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theme/theme2.xml" ContentType="application/vnd.openxmlformats-officedocument.theme+xml"/>
  <Override PartName="/ppt/theme/themeOverride1.xml" ContentType="application/vnd.openxmlformats-officedocument.themeOverride+xml"/>
  <Override PartName="/ppt/theme/themeOverride2.xml" ContentType="application/vnd.openxmlformats-officedocument.themeOverrid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60" r:id="rId4"/>
  </p:sldMasterIdLst>
  <p:notesMasterIdLst>
    <p:notesMasterId r:id="rId14"/>
  </p:notesMasterIdLst>
  <p:sldIdLst>
    <p:sldId id="278" r:id="rId5"/>
    <p:sldId id="279" r:id="rId6"/>
    <p:sldId id="284" r:id="rId7"/>
    <p:sldId id="280" r:id="rId8"/>
    <p:sldId id="281" r:id="rId9"/>
    <p:sldId id="282" r:id="rId10"/>
    <p:sldId id="283" r:id="rId11"/>
    <p:sldId id="285" r:id="rId12"/>
    <p:sldId id="286" r:id="rId13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Intro" id="{F0424F06-A07E-46DE-9D2E-2C7522B3CE79}">
          <p14:sldIdLst>
            <p14:sldId id="278"/>
            <p14:sldId id="279"/>
          </p14:sldIdLst>
        </p14:section>
        <p14:section name="Historical Background" id="{A7027D08-F243-4225-A04C-72E1C08F76EC}">
          <p14:sldIdLst>
            <p14:sldId id="284"/>
            <p14:sldId id="280"/>
            <p14:sldId id="281"/>
            <p14:sldId id="282"/>
          </p14:sldIdLst>
        </p14:section>
        <p14:section name="Program Structure" id="{A462004D-8876-4507-9076-ABCD9BA00CF2}">
          <p14:sldIdLst>
            <p14:sldId id="283"/>
            <p14:sldId id="285"/>
            <p14:sldId id="286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4995" autoAdjust="0"/>
    <p:restoredTop sz="94619" autoAdjust="0"/>
  </p:normalViewPr>
  <p:slideViewPr>
    <p:cSldViewPr snapToGrid="0">
      <p:cViewPr varScale="1">
        <p:scale>
          <a:sx n="105" d="100"/>
          <a:sy n="105" d="100"/>
        </p:scale>
        <p:origin x="834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slide" Target="slides/slide9.xml"/><Relationship Id="rId18" Type="http://schemas.openxmlformats.org/officeDocument/2006/relationships/tableStyles" Target="tableStyles.xml"/><Relationship Id="rId3" Type="http://schemas.openxmlformats.org/officeDocument/2006/relationships/customXml" Target="../customXml/item3.xml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17" Type="http://schemas.openxmlformats.org/officeDocument/2006/relationships/theme" Target="theme/theme1.xml"/><Relationship Id="rId2" Type="http://schemas.openxmlformats.org/officeDocument/2006/relationships/customXml" Target="../customXml/item2.xml"/><Relationship Id="rId16" Type="http://schemas.openxmlformats.org/officeDocument/2006/relationships/viewProps" Target="viewProps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5" Type="http://schemas.openxmlformats.org/officeDocument/2006/relationships/slide" Target="slides/slide1.xml"/><Relationship Id="rId15" Type="http://schemas.openxmlformats.org/officeDocument/2006/relationships/presProps" Target="presProps.xml"/><Relationship Id="rId10" Type="http://schemas.openxmlformats.org/officeDocument/2006/relationships/slide" Target="slides/slide6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AFD01546-198A-4195-BCF8-F0FF54C90E5E}" type="datetimeFigureOut">
              <a:rPr lang="en-US" smtClean="0"/>
              <a:t>12/1/2025</a:t>
            </a:fld>
            <a:endParaRPr lang="en-US" dirty="0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 dirty="0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2E6DE88F-1F85-4A27-9D34-D74A50E7B0DA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73009185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33AEA074-24A7-4657-AE02-A51F68EA6AA2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</a:t>
            </a:fld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457847550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370693" y="1769540"/>
            <a:ext cx="9440034" cy="1828801"/>
          </a:xfrm>
        </p:spPr>
        <p:txBody>
          <a:bodyPr anchor="b">
            <a:normAutofit/>
          </a:bodyPr>
          <a:lstStyle>
            <a:lvl1pPr algn="ctr">
              <a:defRPr sz="5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0693" y="3773489"/>
            <a:ext cx="9440034" cy="1049867"/>
          </a:xfrm>
        </p:spPr>
        <p:txBody>
          <a:bodyPr anchor="t"/>
          <a:lstStyle>
            <a:lvl1pPr marL="0" indent="0" algn="ctr">
              <a:buNone/>
              <a:defRPr>
                <a:solidFill>
                  <a:schemeClr val="tx1"/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8D38747-4367-4BD2-8D51-C97E202738E2}" type="datetime1">
              <a:rPr lang="en-US" smtClean="0"/>
              <a:t>12/1/2025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98EE3D-8CD1-4C3F-BD1C-C98C9596463C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15074671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3C55A3C-5767-4844-A0A3-83778C2E5409}" type="datetime1">
              <a:rPr lang="en-US" smtClean="0"/>
              <a:t>12/1/2025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98EE3D-8CD1-4C3F-BD1C-C98C9596463C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15486540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295401" y="1761067"/>
            <a:ext cx="9590550" cy="1828813"/>
          </a:xfrm>
        </p:spPr>
        <p:txBody>
          <a:bodyPr anchor="b"/>
          <a:lstStyle>
            <a:lvl1pPr algn="ctr">
              <a:defRPr sz="40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295401" y="3763439"/>
            <a:ext cx="9590550" cy="1333494"/>
          </a:xfrm>
        </p:spPr>
        <p:txBody>
          <a:bodyPr anchor="t"/>
          <a:lstStyle>
            <a:lvl1pPr marL="0" indent="0" algn="ctr">
              <a:buNone/>
              <a:defRPr sz="20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AE507A8-A5CF-4D38-AB86-7EDDA87A85D4}" type="datetime1">
              <a:rPr lang="en-US" smtClean="0"/>
              <a:t>12/1/2025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98EE3D-8CD1-4C3F-BD1C-C98C9596463C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8464019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3795" y="609600"/>
            <a:ext cx="10353762" cy="1261872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13795" y="2076450"/>
            <a:ext cx="4856841" cy="3622671"/>
          </a:xfrm>
        </p:spPr>
        <p:txBody>
          <a:bodyPr anchor="t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410716" y="2076451"/>
            <a:ext cx="4856841" cy="3622672"/>
          </a:xfrm>
        </p:spPr>
        <p:txBody>
          <a:bodyPr anchor="t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DFCD27C-8599-43EF-BA1D-14DDC1946E06}" type="datetime1">
              <a:rPr lang="en-US" smtClean="0"/>
              <a:t>12/1/2025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98EE3D-8CD1-4C3F-BD1C-C98C9596463C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98820582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" name="Picture 19" descr="Slate-V2-HD-compPhotoInset.png">
            <a:extLst>
              <a:ext uri="{FF2B5EF4-FFF2-40B4-BE49-F238E27FC236}">
                <a16:creationId xmlns:a16="http://schemas.microsoft.com/office/drawing/2014/main" id="{37B721FF-D609-4D98-9D19-CF75AA8A54F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13795" y="1734506"/>
            <a:ext cx="5029200" cy="4099959"/>
          </a:xfrm>
          <a:prstGeom prst="rect">
            <a:avLst/>
          </a:prstGeom>
        </p:spPr>
      </p:pic>
      <p:pic>
        <p:nvPicPr>
          <p:cNvPr id="21" name="Picture 20" descr="Slate-V2-HD-compPhotoInset.png">
            <a:extLst>
              <a:ext uri="{FF2B5EF4-FFF2-40B4-BE49-F238E27FC236}">
                <a16:creationId xmlns:a16="http://schemas.microsoft.com/office/drawing/2014/main" id="{073936BD-C868-433F-8E84-D6DD8E640E3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238357" y="1734506"/>
            <a:ext cx="5029200" cy="4099959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3795" y="609600"/>
            <a:ext cx="10353762" cy="970450"/>
          </a:xfrm>
        </p:spPr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46013" y="1855153"/>
            <a:ext cx="4764764" cy="692494"/>
          </a:xfrm>
        </p:spPr>
        <p:txBody>
          <a:bodyPr anchor="b">
            <a:noAutofit/>
          </a:bodyPr>
          <a:lstStyle>
            <a:lvl1pPr marL="0" indent="0" algn="ctr">
              <a:buNone/>
              <a:defRPr sz="24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046013" y="2702103"/>
            <a:ext cx="4764764" cy="3043533"/>
          </a:xfrm>
        </p:spPr>
        <p:txBody>
          <a:bodyPr anchor="t"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363166" y="1855152"/>
            <a:ext cx="4779582" cy="692495"/>
          </a:xfrm>
        </p:spPr>
        <p:txBody>
          <a:bodyPr anchor="b">
            <a:noAutofit/>
          </a:bodyPr>
          <a:lstStyle>
            <a:lvl1pPr marL="0" indent="0" algn="ctr">
              <a:buNone/>
              <a:defRPr sz="24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363167" y="2702103"/>
            <a:ext cx="4779581" cy="3043533"/>
          </a:xfrm>
        </p:spPr>
        <p:txBody>
          <a:bodyPr anchor="t"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343D99-809A-49C0-96E5-4250D0B498EE}" type="datetime1">
              <a:rPr lang="en-US" smtClean="0"/>
              <a:t>12/1/2025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98EE3D-8CD1-4C3F-BD1C-C98C9596463C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23512034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143DE9B-B678-4EFB-BB7D-A4370204A0B0}" type="datetime1">
              <a:rPr lang="en-US" smtClean="0"/>
              <a:t>12/1/2025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98EE3D-8CD1-4C3F-BD1C-C98C9596463C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2909404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8812DA-F765-4142-A6A3-A8ED7235E082}" type="datetime1">
              <a:rPr lang="en-US" smtClean="0"/>
              <a:t>12/1/2025</a:t>
            </a:fld>
            <a:endParaRPr lang="en-US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98EE3D-8CD1-4C3F-BD1C-C98C9596463C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5513023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3795" y="609600"/>
            <a:ext cx="3706889" cy="1821918"/>
          </a:xfrm>
        </p:spPr>
        <p:txBody>
          <a:bodyPr anchor="b">
            <a:normAutofit/>
          </a:bodyPr>
          <a:lstStyle>
            <a:lvl1pPr algn="ctr">
              <a:defRPr sz="28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855633" y="609600"/>
            <a:ext cx="6411924" cy="5080001"/>
          </a:xfrm>
        </p:spPr>
        <p:txBody>
          <a:bodyPr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3795" y="2673351"/>
            <a:ext cx="3706889" cy="3016250"/>
          </a:xfrm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0277FD-7DE6-41D4-930D-AC99F5AFE54E}" type="datetime1">
              <a:rPr lang="en-US" smtClean="0"/>
              <a:t>12/1/2025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98EE3D-8CD1-4C3F-BD1C-C98C9596463C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79355695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2" name="Picture 21" descr="Slate-V2-HD-vertPhotoInset.png">
            <a:extLst>
              <a:ext uri="{FF2B5EF4-FFF2-40B4-BE49-F238E27FC236}">
                <a16:creationId xmlns:a16="http://schemas.microsoft.com/office/drawing/2014/main" id="{4D06E496-ACBA-4063-B4A1-C5C484EE5A7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293665" y="609600"/>
            <a:ext cx="3584166" cy="5204832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3795" y="763701"/>
            <a:ext cx="5707899" cy="1675559"/>
          </a:xfrm>
        </p:spPr>
        <p:txBody>
          <a:bodyPr anchor="b">
            <a:noAutofit/>
          </a:bodyPr>
          <a:lstStyle>
            <a:lvl1pPr algn="ctr">
              <a:defRPr sz="32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7442551" y="763702"/>
            <a:ext cx="3275751" cy="4912822"/>
          </a:xfrm>
          <a:effectLst>
            <a:outerShdw blurRad="38100" dist="25400" dir="4440000">
              <a:srgbClr val="000000">
                <a:alpha val="36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473698" y="2679699"/>
            <a:ext cx="4588094" cy="3135695"/>
          </a:xfrm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A15526-7079-4B7B-987C-1B5FAE11A0FF}" type="datetime1">
              <a:rPr lang="en-US" smtClean="0"/>
              <a:t>12/1/2025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algn="l"/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98EE3D-8CD1-4C3F-BD1C-C98C9596463C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5305678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anoramic 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" name="Picture 15" descr="Slate-V2-HD-panoPhotoInset.png">
            <a:extLst>
              <a:ext uri="{FF2B5EF4-FFF2-40B4-BE49-F238E27FC236}">
                <a16:creationId xmlns:a16="http://schemas.microsoft.com/office/drawing/2014/main" id="{CE39118B-B3AD-4BD4-BA22-DEFF4E76CE9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13883" y="547807"/>
            <a:ext cx="10141799" cy="3816806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3806" y="4565255"/>
            <a:ext cx="10355326" cy="543472"/>
          </a:xfrm>
        </p:spPr>
        <p:txBody>
          <a:bodyPr anchor="b">
            <a:normAutofit/>
          </a:bodyPr>
          <a:lstStyle>
            <a:lvl1pPr algn="ctr">
              <a:defRPr sz="28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169349" y="695009"/>
            <a:ext cx="9845346" cy="3525671"/>
          </a:xfrm>
          <a:effectLst>
            <a:outerShdw blurRad="38100" dist="25400" dir="4440000">
              <a:srgbClr val="000000">
                <a:alpha val="36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2000"/>
            </a:lvl1pPr>
            <a:lvl2pPr marL="457200" indent="0">
              <a:buNone/>
              <a:defRPr sz="2000"/>
            </a:lvl2pPr>
            <a:lvl3pPr marL="914400" indent="0">
              <a:buNone/>
              <a:defRPr sz="20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3795" y="5247728"/>
            <a:ext cx="10353762" cy="543472"/>
          </a:xfrm>
        </p:spPr>
        <p:txBody>
          <a:bodyPr anchor="t"/>
          <a:lstStyle>
            <a:lvl1pPr marL="0" indent="0" algn="ctr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1F1B079-7EF0-44EE-B798-BCC497C9F3B2}" type="datetime1">
              <a:rPr lang="en-US" smtClean="0"/>
              <a:t>12/1/2025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98EE3D-8CD1-4C3F-BD1C-C98C9596463C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0950220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3795" y="608437"/>
            <a:ext cx="10353762" cy="3534344"/>
          </a:xfrm>
        </p:spPr>
        <p:txBody>
          <a:bodyPr anchor="ctr">
            <a:normAutofit/>
          </a:bodyPr>
          <a:lstStyle>
            <a:lvl1pPr>
              <a:defRPr sz="4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3794" y="4295180"/>
            <a:ext cx="10353763" cy="1501826"/>
          </a:xfrm>
        </p:spPr>
        <p:txBody>
          <a:bodyPr anchor="ctr"/>
          <a:lstStyle>
            <a:lvl1pPr marL="0" indent="0" algn="ctr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8FF70A8-1D13-4657-95F0-A9EA54967B8D}" type="datetime1">
              <a:rPr lang="en-US" smtClean="0"/>
              <a:t>12/1/2025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98EE3D-8CD1-4C3F-BD1C-C98C9596463C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5385040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46212" y="609600"/>
            <a:ext cx="9302752" cy="2992904"/>
          </a:xfrm>
        </p:spPr>
        <p:txBody>
          <a:bodyPr anchor="ctr">
            <a:normAutofit/>
          </a:bodyPr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2" name="Text Placeholder 3"/>
          <p:cNvSpPr>
            <a:spLocks noGrp="1"/>
          </p:cNvSpPr>
          <p:nvPr>
            <p:ph type="body" sz="half" idx="13"/>
          </p:nvPr>
        </p:nvSpPr>
        <p:spPr>
          <a:xfrm>
            <a:off x="1720644" y="3610032"/>
            <a:ext cx="8752299" cy="532749"/>
          </a:xfrm>
        </p:spPr>
        <p:txBody>
          <a:bodyPr anchor="t">
            <a:normAutofit/>
          </a:bodyPr>
          <a:lstStyle>
            <a:lvl1pPr marL="0" indent="0" algn="r">
              <a:buNone/>
              <a:defRPr sz="14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3794" y="4304353"/>
            <a:ext cx="10353763" cy="1489496"/>
          </a:xfrm>
        </p:spPr>
        <p:txBody>
          <a:bodyPr anchor="ctr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1EB90AC-71BD-4C7F-8ACA-7B3F18292E63}" type="datetime1">
              <a:rPr lang="en-US" smtClean="0"/>
              <a:t>12/1/2025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98EE3D-8CD1-4C3F-BD1C-C98C9596463C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223F0D53-0705-41B7-8554-09D21E7807F9}"/>
              </a:ext>
            </a:extLst>
          </p:cNvPr>
          <p:cNvSpPr txBox="1"/>
          <p:nvPr/>
        </p:nvSpPr>
        <p:spPr>
          <a:xfrm>
            <a:off x="990600" y="884796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/>
            <a:r>
              <a:rPr lang="en-US" sz="8000" dirty="0">
                <a:solidFill>
                  <a:schemeClr val="tx1"/>
                </a:solidFill>
                <a:effectLst/>
              </a:rPr>
              <a:t>“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C7F647CD-0F1A-4BB3-89E0-A74F1E1B098D}"/>
              </a:ext>
            </a:extLst>
          </p:cNvPr>
          <p:cNvSpPr txBox="1"/>
          <p:nvPr/>
        </p:nvSpPr>
        <p:spPr>
          <a:xfrm>
            <a:off x="10504716" y="2928258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 algn="r"/>
            <a:r>
              <a:rPr lang="en-US" sz="8000" dirty="0">
                <a:solidFill>
                  <a:schemeClr val="tx1"/>
                </a:solidFill>
                <a:effectLst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2775291183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3794" y="2126942"/>
            <a:ext cx="10353763" cy="2511835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3784" y="4650556"/>
            <a:ext cx="10352199" cy="1140644"/>
          </a:xfrm>
        </p:spPr>
        <p:txBody>
          <a:bodyPr anchor="t"/>
          <a:lstStyle>
            <a:lvl1pPr marL="0" indent="0" algn="ctr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6EFC2C-8905-46F0-B443-CE905B76BA01}" type="datetime1">
              <a:rPr lang="en-US" smtClean="0"/>
              <a:t>12/1/2025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98EE3D-8CD1-4C3F-BD1C-C98C9596463C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345092503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itle 1"/>
          <p:cNvSpPr>
            <a:spLocks noGrp="1"/>
          </p:cNvSpPr>
          <p:nvPr>
            <p:ph type="title"/>
          </p:nvPr>
        </p:nvSpPr>
        <p:spPr>
          <a:xfrm>
            <a:off x="913795" y="609600"/>
            <a:ext cx="10353762" cy="97045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7" name="Text Placeholder 2"/>
          <p:cNvSpPr>
            <a:spLocks noGrp="1"/>
          </p:cNvSpPr>
          <p:nvPr>
            <p:ph type="body" idx="1"/>
          </p:nvPr>
        </p:nvSpPr>
        <p:spPr>
          <a:xfrm>
            <a:off x="913795" y="1885950"/>
            <a:ext cx="3300984" cy="764782"/>
          </a:xfrm>
        </p:spPr>
        <p:txBody>
          <a:bodyPr anchor="b">
            <a:noAutofit/>
          </a:bodyPr>
          <a:lstStyle>
            <a:lvl1pPr marL="0" indent="0" algn="ctr">
              <a:buNone/>
              <a:defRPr sz="22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8" name="Text Placeholder 3"/>
          <p:cNvSpPr>
            <a:spLocks noGrp="1"/>
          </p:cNvSpPr>
          <p:nvPr>
            <p:ph type="body" sz="half" idx="15"/>
          </p:nvPr>
        </p:nvSpPr>
        <p:spPr>
          <a:xfrm>
            <a:off x="913795" y="2768112"/>
            <a:ext cx="3300984" cy="3023088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9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446711" y="1885949"/>
            <a:ext cx="3300984" cy="764783"/>
          </a:xfrm>
        </p:spPr>
        <p:txBody>
          <a:bodyPr anchor="b">
            <a:noAutofit/>
          </a:bodyPr>
          <a:lstStyle>
            <a:lvl1pPr marL="0" indent="0" algn="ctr">
              <a:buNone/>
              <a:defRPr sz="22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0" name="Text Placeholder 3"/>
          <p:cNvSpPr>
            <a:spLocks noGrp="1"/>
          </p:cNvSpPr>
          <p:nvPr>
            <p:ph type="body" sz="half" idx="16"/>
          </p:nvPr>
        </p:nvSpPr>
        <p:spPr>
          <a:xfrm>
            <a:off x="4441435" y="2768112"/>
            <a:ext cx="3300984" cy="3023088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1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966572" y="1885950"/>
            <a:ext cx="3300984" cy="764782"/>
          </a:xfrm>
        </p:spPr>
        <p:txBody>
          <a:bodyPr anchor="b">
            <a:noAutofit/>
          </a:bodyPr>
          <a:lstStyle>
            <a:lvl1pPr marL="0" indent="0" algn="ctr">
              <a:buNone/>
              <a:defRPr sz="22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2" name="Text Placeholder 3"/>
          <p:cNvSpPr>
            <a:spLocks noGrp="1"/>
          </p:cNvSpPr>
          <p:nvPr>
            <p:ph type="body" sz="half" idx="17"/>
          </p:nvPr>
        </p:nvSpPr>
        <p:spPr>
          <a:xfrm>
            <a:off x="7966572" y="2768110"/>
            <a:ext cx="3300984" cy="3023089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079DC3-C9B5-499E-9140-0DC28B7074E2}" type="datetime1">
              <a:rPr lang="en-US" smtClean="0"/>
              <a:t>12/1/2025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98EE3D-8CD1-4C3F-BD1C-C98C9596463C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032647817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Picture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Slate-V2-HD-3colPhotoInset.png">
            <a:extLst>
              <a:ext uri="{FF2B5EF4-FFF2-40B4-BE49-F238E27FC236}">
                <a16:creationId xmlns:a16="http://schemas.microsoft.com/office/drawing/2014/main" id="{7E87C569-D426-4615-ADA7-B370EA98340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97962" y="1818214"/>
            <a:ext cx="3339972" cy="1847851"/>
          </a:xfrm>
          <a:prstGeom prst="rect">
            <a:avLst/>
          </a:prstGeom>
        </p:spPr>
      </p:pic>
      <p:pic>
        <p:nvPicPr>
          <p:cNvPr id="36" name="Picture 35" descr="Slate-V2-HD-3colPhotoInset.png">
            <a:extLst>
              <a:ext uri="{FF2B5EF4-FFF2-40B4-BE49-F238E27FC236}">
                <a16:creationId xmlns:a16="http://schemas.microsoft.com/office/drawing/2014/main" id="{7B353ED4-7AD0-46C9-88ED-1A16B1433AF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403800" y="1818214"/>
            <a:ext cx="3339972" cy="1847851"/>
          </a:xfrm>
          <a:prstGeom prst="rect">
            <a:avLst/>
          </a:prstGeom>
        </p:spPr>
      </p:pic>
      <p:pic>
        <p:nvPicPr>
          <p:cNvPr id="37" name="Picture 36" descr="Slate-V2-HD-3colPhotoInset.png">
            <a:extLst>
              <a:ext uri="{FF2B5EF4-FFF2-40B4-BE49-F238E27FC236}">
                <a16:creationId xmlns:a16="http://schemas.microsoft.com/office/drawing/2014/main" id="{F561D985-AD57-459A-B3A6-EBF29603976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936051" y="1818214"/>
            <a:ext cx="3339972" cy="1847851"/>
          </a:xfrm>
          <a:prstGeom prst="rect">
            <a:avLst/>
          </a:prstGeom>
        </p:spPr>
      </p:pic>
      <p:sp>
        <p:nvSpPr>
          <p:cNvPr id="30" name="Title 1"/>
          <p:cNvSpPr>
            <a:spLocks noGrp="1"/>
          </p:cNvSpPr>
          <p:nvPr>
            <p:ph type="title"/>
          </p:nvPr>
        </p:nvSpPr>
        <p:spPr>
          <a:xfrm>
            <a:off x="913794" y="609600"/>
            <a:ext cx="10353763" cy="97045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9" name="Text Placeholder 2"/>
          <p:cNvSpPr>
            <a:spLocks noGrp="1"/>
          </p:cNvSpPr>
          <p:nvPr>
            <p:ph type="body" idx="1"/>
          </p:nvPr>
        </p:nvSpPr>
        <p:spPr>
          <a:xfrm>
            <a:off x="913795" y="3904106"/>
            <a:ext cx="3300984" cy="576262"/>
          </a:xfrm>
        </p:spPr>
        <p:txBody>
          <a:bodyPr anchor="b">
            <a:noAutofit/>
          </a:bodyPr>
          <a:lstStyle>
            <a:lvl1pPr marL="0" indent="0" algn="ctr">
              <a:buNone/>
              <a:defRPr sz="20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0" name="Picture Placeholder 2"/>
          <p:cNvSpPr>
            <a:spLocks noGrp="1" noChangeAspect="1"/>
          </p:cNvSpPr>
          <p:nvPr>
            <p:ph type="pic" idx="15"/>
          </p:nvPr>
        </p:nvSpPr>
        <p:spPr>
          <a:xfrm>
            <a:off x="1018102" y="1938918"/>
            <a:ext cx="3092368" cy="1602954"/>
          </a:xfrm>
          <a:prstGeom prst="roundRect">
            <a:avLst>
              <a:gd name="adj" fmla="val 1858"/>
            </a:avLst>
          </a:prstGeom>
          <a:effectLst>
            <a:outerShdw blurRad="38100" dist="25400" dir="4440000">
              <a:srgbClr val="000000">
                <a:alpha val="36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1" name="Text Placeholder 3"/>
          <p:cNvSpPr>
            <a:spLocks noGrp="1"/>
          </p:cNvSpPr>
          <p:nvPr>
            <p:ph type="body" sz="half" idx="18"/>
          </p:nvPr>
        </p:nvSpPr>
        <p:spPr>
          <a:xfrm>
            <a:off x="913795" y="4572443"/>
            <a:ext cx="3300984" cy="1218758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2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442788" y="3904106"/>
            <a:ext cx="3300984" cy="576262"/>
          </a:xfrm>
        </p:spPr>
        <p:txBody>
          <a:bodyPr anchor="b">
            <a:noAutofit/>
          </a:bodyPr>
          <a:lstStyle>
            <a:lvl1pPr marL="0" indent="0" algn="ctr">
              <a:buNone/>
              <a:defRPr sz="20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3" name="Picture Placeholder 2"/>
          <p:cNvSpPr>
            <a:spLocks noGrp="1" noChangeAspect="1"/>
          </p:cNvSpPr>
          <p:nvPr>
            <p:ph type="pic" idx="21"/>
          </p:nvPr>
        </p:nvSpPr>
        <p:spPr>
          <a:xfrm>
            <a:off x="4545743" y="1939094"/>
            <a:ext cx="3092368" cy="1608164"/>
          </a:xfrm>
          <a:prstGeom prst="roundRect">
            <a:avLst>
              <a:gd name="adj" fmla="val 1858"/>
            </a:avLst>
          </a:prstGeom>
          <a:effectLst>
            <a:outerShdw blurRad="38100" dist="25400" dir="4440000">
              <a:srgbClr val="000000">
                <a:alpha val="36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4" name="Text Placeholder 3"/>
          <p:cNvSpPr>
            <a:spLocks noGrp="1"/>
          </p:cNvSpPr>
          <p:nvPr>
            <p:ph type="body" sz="half" idx="19"/>
          </p:nvPr>
        </p:nvSpPr>
        <p:spPr>
          <a:xfrm>
            <a:off x="4441435" y="4572442"/>
            <a:ext cx="3300984" cy="1218758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5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966697" y="3904106"/>
            <a:ext cx="3300984" cy="576262"/>
          </a:xfrm>
        </p:spPr>
        <p:txBody>
          <a:bodyPr anchor="b">
            <a:noAutofit/>
          </a:bodyPr>
          <a:lstStyle>
            <a:lvl1pPr marL="0" indent="0" algn="ctr">
              <a:buNone/>
              <a:defRPr sz="20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6" name="Picture Placeholder 2"/>
          <p:cNvSpPr>
            <a:spLocks noGrp="1" noChangeAspect="1"/>
          </p:cNvSpPr>
          <p:nvPr>
            <p:ph type="pic" idx="22"/>
          </p:nvPr>
        </p:nvSpPr>
        <p:spPr>
          <a:xfrm>
            <a:off x="8075698" y="1934432"/>
            <a:ext cx="3092368" cy="1607294"/>
          </a:xfrm>
          <a:prstGeom prst="roundRect">
            <a:avLst>
              <a:gd name="adj" fmla="val 1858"/>
            </a:avLst>
          </a:prstGeom>
          <a:effectLst>
            <a:outerShdw blurRad="38100" dist="25400" dir="4440000">
              <a:srgbClr val="000000">
                <a:alpha val="36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7" name="Text Placeholder 3"/>
          <p:cNvSpPr>
            <a:spLocks noGrp="1"/>
          </p:cNvSpPr>
          <p:nvPr>
            <p:ph type="body" sz="half" idx="20"/>
          </p:nvPr>
        </p:nvSpPr>
        <p:spPr>
          <a:xfrm>
            <a:off x="7966572" y="4572442"/>
            <a:ext cx="3300984" cy="1218758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0BB33EA-E472-4D22-9C03-A9C14AA21CED}" type="datetime1">
              <a:rPr lang="en-US" smtClean="0"/>
              <a:t>12/1/2025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98EE3D-8CD1-4C3F-BD1C-C98C9596463C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79325466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6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913795" y="609600"/>
            <a:ext cx="10353762" cy="1257300"/>
          </a:xfrm>
          <a:prstGeom prst="rect">
            <a:avLst/>
          </a:prstGeom>
          <a:effectLst>
            <a:outerShdw blurRad="25400" dir="17880000">
              <a:srgbClr val="000000">
                <a:alpha val="46000"/>
              </a:srgbClr>
            </a:outerShdw>
          </a:effectLst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13795" y="2076450"/>
            <a:ext cx="10353762" cy="3714749"/>
          </a:xfrm>
          <a:prstGeom prst="rect">
            <a:avLst/>
          </a:prstGeom>
          <a:effectLst>
            <a:outerShdw blurRad="25400" dir="17880000">
              <a:srgbClr val="000000">
                <a:alpha val="46000"/>
              </a:srgbClr>
            </a:outerShdw>
          </a:effectLst>
        </p:spPr>
        <p:txBody>
          <a:bodyPr vert="horz" lIns="91440" tIns="45720" rIns="91440" bIns="45720" rtlCol="0" anchor="t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678736" y="6000749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100">
                <a:solidFill>
                  <a:schemeClr val="tx1">
                    <a:lumMod val="95000"/>
                  </a:schemeClr>
                </a:solidFill>
                <a:effectLst>
                  <a:outerShdw blurRad="50800" dist="38100" dir="2700000" algn="tl" rotWithShape="0">
                    <a:schemeClr val="bg1">
                      <a:alpha val="43000"/>
                    </a:schemeClr>
                  </a:outerShdw>
                </a:effectLst>
              </a:defRPr>
            </a:lvl1pPr>
          </a:lstStyle>
          <a:p>
            <a:fld id="{073ED0CC-082F-4160-86E5-0D6041F12778}" type="datetime1">
              <a:rPr lang="en-US" smtClean="0"/>
              <a:t>12/1/2025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913795" y="6000749"/>
            <a:ext cx="667286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100">
                <a:solidFill>
                  <a:schemeClr val="tx1">
                    <a:lumMod val="95000"/>
                  </a:schemeClr>
                </a:solidFill>
                <a:effectLst>
                  <a:outerShdw blurRad="50800" dist="38100" dir="2700000" algn="tl" rotWithShape="0">
                    <a:schemeClr val="bg1">
                      <a:alpha val="43000"/>
                    </a:schemeClr>
                  </a:outerShdw>
                </a:effectLst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514011" y="6000749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100">
                <a:solidFill>
                  <a:schemeClr val="tx1">
                    <a:lumMod val="95000"/>
                  </a:schemeClr>
                </a:solidFill>
                <a:effectLst>
                  <a:outerShdw blurRad="50800" dist="38100" dir="2700000" algn="tl" rotWithShape="0">
                    <a:schemeClr val="bg1">
                      <a:alpha val="43000"/>
                    </a:schemeClr>
                  </a:outerShdw>
                </a:effectLst>
              </a:defRPr>
            </a:lvl1pPr>
          </a:lstStyle>
          <a:p>
            <a:fld id="{3A98EE3D-8CD1-4C3F-BD1C-C98C9596463C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858978357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  <p:sldLayoutId id="2147483672" r:id="rId12"/>
    <p:sldLayoutId id="2147483673" r:id="rId13"/>
    <p:sldLayoutId id="2147483674" r:id="rId14"/>
    <p:sldLayoutId id="2147483675" r:id="rId15"/>
  </p:sldLayoutIdLst>
  <p:hf sldNum="0" hdr="0" ftr="0" dt="0"/>
  <p:txStyles>
    <p:titleStyle>
      <a:lvl1pPr algn="ctr" defTabSz="457200" rtl="0" eaLnBrk="1" latinLnBrk="0" hangingPunct="1">
        <a:lnSpc>
          <a:spcPct val="90000"/>
        </a:lnSpc>
        <a:spcBef>
          <a:spcPct val="0"/>
        </a:spcBef>
        <a:buNone/>
        <a:defRPr sz="4600" kern="1200">
          <a:ln>
            <a:solidFill>
              <a:schemeClr val="bg1">
                <a:lumMod val="75000"/>
                <a:lumOff val="25000"/>
                <a:alpha val="10000"/>
              </a:schemeClr>
            </a:solidFill>
          </a:ln>
          <a:solidFill>
            <a:schemeClr val="tx2"/>
          </a:solidFill>
          <a:effectLst>
            <a:outerShdw blurRad="9525" dist="25400" dir="14640000" algn="tl" rotWithShape="0">
              <a:schemeClr val="bg1">
                <a:alpha val="30000"/>
              </a:schemeClr>
            </a:outerShdw>
          </a:effectLst>
          <a:latin typeface="+mj-lt"/>
          <a:ea typeface="+mj-ea"/>
          <a:cs typeface="Trebuchet M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342900" indent="-306000" algn="l" defTabSz="457200" rtl="0" eaLnBrk="1" latinLnBrk="0" hangingPunct="1">
        <a:lnSpc>
          <a:spcPct val="110000"/>
        </a:lnSpc>
        <a:spcBef>
          <a:spcPct val="20000"/>
        </a:spcBef>
        <a:spcAft>
          <a:spcPts val="600"/>
        </a:spcAft>
        <a:buClr>
          <a:schemeClr val="tx2"/>
        </a:buClr>
        <a:buSzPct val="70000"/>
        <a:buFont typeface="Wingdings 2" charset="2"/>
        <a:buChar char=""/>
        <a:defRPr sz="2300" kern="1200">
          <a:ln>
            <a:solidFill>
              <a:schemeClr val="bg1">
                <a:lumMod val="75000"/>
                <a:lumOff val="25000"/>
                <a:alpha val="10000"/>
              </a:schemeClr>
            </a:solidFill>
          </a:ln>
          <a:solidFill>
            <a:schemeClr val="tx2"/>
          </a:solidFill>
          <a:effectLst>
            <a:outerShdw blurRad="9525" dist="25400" dir="14640000" algn="tl" rotWithShape="0">
              <a:schemeClr val="bg1">
                <a:alpha val="30000"/>
              </a:schemeClr>
            </a:outerShdw>
          </a:effectLst>
          <a:latin typeface="+mn-lt"/>
          <a:ea typeface="+mn-ea"/>
          <a:cs typeface="+mn-cs"/>
        </a:defRPr>
      </a:lvl1pPr>
      <a:lvl2pPr marL="720000" indent="-270000" algn="l" defTabSz="457200" rtl="0" eaLnBrk="1" latinLnBrk="0" hangingPunct="1">
        <a:spcBef>
          <a:spcPct val="20000"/>
        </a:spcBef>
        <a:spcAft>
          <a:spcPts val="600"/>
        </a:spcAft>
        <a:buClr>
          <a:schemeClr val="tx2"/>
        </a:buClr>
        <a:buSzPct val="70000"/>
        <a:buFont typeface="Wingdings 2" charset="2"/>
        <a:buChar char=""/>
        <a:defRPr sz="2100" kern="1200">
          <a:ln>
            <a:solidFill>
              <a:schemeClr val="bg1">
                <a:lumMod val="75000"/>
                <a:lumOff val="25000"/>
                <a:alpha val="10000"/>
              </a:schemeClr>
            </a:solidFill>
          </a:ln>
          <a:solidFill>
            <a:schemeClr val="tx2"/>
          </a:solidFill>
          <a:effectLst>
            <a:outerShdw blurRad="9525" dist="25400" dir="14640000" algn="tl" rotWithShape="0">
              <a:schemeClr val="bg1">
                <a:alpha val="30000"/>
              </a:schemeClr>
            </a:outerShdw>
          </a:effectLst>
          <a:latin typeface="+mn-lt"/>
          <a:ea typeface="+mn-ea"/>
          <a:cs typeface="+mn-cs"/>
        </a:defRPr>
      </a:lvl2pPr>
      <a:lvl3pPr marL="1026000" indent="-216000" algn="l" defTabSz="457200" rtl="0" eaLnBrk="1" latinLnBrk="0" hangingPunct="1">
        <a:spcBef>
          <a:spcPct val="20000"/>
        </a:spcBef>
        <a:spcAft>
          <a:spcPts val="600"/>
        </a:spcAft>
        <a:buClr>
          <a:schemeClr val="tx2"/>
        </a:buClr>
        <a:buSzPct val="70000"/>
        <a:buFont typeface="Wingdings 2" charset="2"/>
        <a:buChar char=""/>
        <a:defRPr sz="1800" kern="1200">
          <a:ln>
            <a:solidFill>
              <a:schemeClr val="bg1">
                <a:lumMod val="75000"/>
                <a:lumOff val="25000"/>
                <a:alpha val="10000"/>
              </a:schemeClr>
            </a:solidFill>
          </a:ln>
          <a:solidFill>
            <a:schemeClr val="tx2"/>
          </a:solidFill>
          <a:effectLst>
            <a:outerShdw blurRad="9525" dist="25400" dir="14640000" algn="tl" rotWithShape="0">
              <a:schemeClr val="bg1">
                <a:alpha val="30000"/>
              </a:schemeClr>
            </a:outerShdw>
          </a:effectLst>
          <a:latin typeface="+mn-lt"/>
          <a:ea typeface="+mn-ea"/>
          <a:cs typeface="+mn-cs"/>
        </a:defRPr>
      </a:lvl3pPr>
      <a:lvl4pPr marL="1386000" indent="-216000" algn="l" defTabSz="457200" rtl="0" eaLnBrk="1" latinLnBrk="0" hangingPunct="1">
        <a:spcBef>
          <a:spcPct val="20000"/>
        </a:spcBef>
        <a:spcAft>
          <a:spcPts val="600"/>
        </a:spcAft>
        <a:buClr>
          <a:schemeClr val="tx2"/>
        </a:buClr>
        <a:buSzPct val="70000"/>
        <a:buFont typeface="Wingdings 2" charset="2"/>
        <a:buChar char=""/>
        <a:defRPr sz="1600" kern="1200">
          <a:ln>
            <a:solidFill>
              <a:schemeClr val="bg1">
                <a:lumMod val="75000"/>
                <a:lumOff val="25000"/>
                <a:alpha val="10000"/>
              </a:schemeClr>
            </a:solidFill>
          </a:ln>
          <a:solidFill>
            <a:schemeClr val="tx2"/>
          </a:solidFill>
          <a:effectLst>
            <a:outerShdw blurRad="9525" dist="25400" dir="14640000" algn="tl" rotWithShape="0">
              <a:schemeClr val="bg1">
                <a:alpha val="30000"/>
              </a:schemeClr>
            </a:outerShdw>
          </a:effectLst>
          <a:latin typeface="+mn-lt"/>
          <a:ea typeface="+mn-ea"/>
          <a:cs typeface="+mn-cs"/>
        </a:defRPr>
      </a:lvl4pPr>
      <a:lvl5pPr marL="1674000" indent="-216000" algn="l" defTabSz="457200" rtl="0" eaLnBrk="1" latinLnBrk="0" hangingPunct="1">
        <a:spcBef>
          <a:spcPct val="20000"/>
        </a:spcBef>
        <a:spcAft>
          <a:spcPts val="600"/>
        </a:spcAft>
        <a:buClr>
          <a:schemeClr val="tx2"/>
        </a:buClr>
        <a:buSzPct val="70000"/>
        <a:buFont typeface="Wingdings 2" charset="2"/>
        <a:buChar char=""/>
        <a:defRPr sz="1600" kern="1200">
          <a:ln>
            <a:solidFill>
              <a:schemeClr val="bg1">
                <a:lumMod val="75000"/>
                <a:lumOff val="25000"/>
                <a:alpha val="10000"/>
              </a:schemeClr>
            </a:solidFill>
          </a:ln>
          <a:solidFill>
            <a:schemeClr val="tx2"/>
          </a:solidFill>
          <a:effectLst>
            <a:outerShdw blurRad="9525" dist="25400" dir="14640000" algn="tl" rotWithShape="0">
              <a:schemeClr val="bg1">
                <a:alpha val="30000"/>
              </a:schemeClr>
            </a:outerShdw>
          </a:effectLst>
          <a:latin typeface="+mn-lt"/>
          <a:ea typeface="+mn-ea"/>
          <a:cs typeface="+mn-cs"/>
        </a:defRPr>
      </a:lvl5pPr>
      <a:lvl6pPr marL="20146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tx2"/>
        </a:buClr>
        <a:buSzPct val="70000"/>
        <a:buFont typeface="Wingdings 2" charset="2"/>
        <a:buChar char=""/>
        <a:defRPr sz="1400" kern="1200">
          <a:ln>
            <a:solidFill>
              <a:schemeClr val="bg1">
                <a:lumMod val="75000"/>
                <a:lumOff val="25000"/>
                <a:alpha val="10000"/>
              </a:schemeClr>
            </a:solidFill>
          </a:ln>
          <a:solidFill>
            <a:schemeClr val="tx2"/>
          </a:solidFill>
          <a:effectLst>
            <a:outerShdw blurRad="9525" dist="25400" dir="14640000" algn="tl" rotWithShape="0">
              <a:schemeClr val="bg1">
                <a:alpha val="30000"/>
              </a:schemeClr>
            </a:outerShdw>
          </a:effectLst>
          <a:latin typeface="+mn-lt"/>
          <a:ea typeface="+mn-ea"/>
          <a:cs typeface="+mn-cs"/>
        </a:defRPr>
      </a:lvl6pPr>
      <a:lvl7pPr marL="24018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tx2"/>
        </a:buClr>
        <a:buSzPct val="70000"/>
        <a:buFont typeface="Wingdings 2" charset="2"/>
        <a:buChar char=""/>
        <a:defRPr sz="1400" kern="1200">
          <a:ln>
            <a:solidFill>
              <a:schemeClr val="bg1">
                <a:lumMod val="75000"/>
                <a:lumOff val="25000"/>
                <a:alpha val="10000"/>
              </a:schemeClr>
            </a:solidFill>
          </a:ln>
          <a:solidFill>
            <a:schemeClr val="tx2"/>
          </a:solidFill>
          <a:effectLst>
            <a:outerShdw blurRad="9525" dist="25400" dir="14640000" algn="tl" rotWithShape="0">
              <a:schemeClr val="bg1">
                <a:alpha val="30000"/>
              </a:schemeClr>
            </a:outerShdw>
          </a:effectLst>
          <a:latin typeface="+mn-lt"/>
          <a:ea typeface="+mn-ea"/>
          <a:cs typeface="+mn-cs"/>
        </a:defRPr>
      </a:lvl7pPr>
      <a:lvl8pPr marL="27890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tx2"/>
        </a:buClr>
        <a:buSzPct val="70000"/>
        <a:buFont typeface="Wingdings 2" charset="2"/>
        <a:buChar char=""/>
        <a:defRPr sz="1400" kern="1200">
          <a:ln>
            <a:solidFill>
              <a:schemeClr val="bg1">
                <a:lumMod val="75000"/>
                <a:lumOff val="25000"/>
                <a:alpha val="10000"/>
              </a:schemeClr>
            </a:solidFill>
          </a:ln>
          <a:solidFill>
            <a:schemeClr val="tx2"/>
          </a:solidFill>
          <a:effectLst>
            <a:outerShdw blurRad="9525" dist="25400" dir="14640000" algn="tl" rotWithShape="0">
              <a:schemeClr val="bg1">
                <a:alpha val="30000"/>
              </a:schemeClr>
            </a:outerShdw>
          </a:effectLst>
          <a:latin typeface="+mn-lt"/>
          <a:ea typeface="+mn-ea"/>
          <a:cs typeface="+mn-cs"/>
        </a:defRPr>
      </a:lvl8pPr>
      <a:lvl9pPr marL="31062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tx2"/>
        </a:buClr>
        <a:buSzPct val="70000"/>
        <a:buFont typeface="Wingdings 2" charset="2"/>
        <a:buChar char=""/>
        <a:defRPr sz="1400" kern="1200">
          <a:ln>
            <a:solidFill>
              <a:schemeClr val="bg1">
                <a:lumMod val="75000"/>
                <a:lumOff val="25000"/>
                <a:alpha val="10000"/>
              </a:schemeClr>
            </a:solidFill>
          </a:ln>
          <a:solidFill>
            <a:schemeClr val="tx2"/>
          </a:solidFill>
          <a:effectLst>
            <a:outerShdw blurRad="9525" dist="25400" dir="14640000" algn="tl" rotWithShape="0">
              <a:schemeClr val="bg1">
                <a:alpha val="30000"/>
              </a:schemeClr>
            </a:outerShdw>
          </a:effectLst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slideLayout" Target="../slideLayouts/slideLayout1.xml"/><Relationship Id="rId1" Type="http://schemas.openxmlformats.org/officeDocument/2006/relationships/themeOverride" Target="../theme/themeOverride1.xml"/><Relationship Id="rId4" Type="http://schemas.openxmlformats.org/officeDocument/2006/relationships/image" Target="../media/image6.jpe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.xml"/><Relationship Id="rId2" Type="http://schemas.openxmlformats.org/officeDocument/2006/relationships/slideLayout" Target="../slideLayouts/slideLayout2.xml"/><Relationship Id="rId1" Type="http://schemas.openxmlformats.org/officeDocument/2006/relationships/themeOverride" Target="../theme/themeOverride2.xml"/><Relationship Id="rId6" Type="http://schemas.openxmlformats.org/officeDocument/2006/relationships/image" Target="../media/image8.png"/><Relationship Id="rId5" Type="http://schemas.openxmlformats.org/officeDocument/2006/relationships/image" Target="../media/image7.jpeg"/><Relationship Id="rId4" Type="http://schemas.openxmlformats.org/officeDocument/2006/relationships/image" Target="../media/image1.jpe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jpe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jpe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.png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1.jpe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3.svg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rotWithShape="1">
          <a:blip r:embed="rId3">
            <a:duotone>
              <a:schemeClr val="bg1">
                <a:shade val="80000"/>
                <a:lumMod val="80000"/>
              </a:schemeClr>
              <a:schemeClr val="bg1">
                <a:tint val="98000"/>
              </a:schemeClr>
            </a:duotone>
          </a:blip>
          <a:stretch/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F8A1C807-B9AD-4C9B-BF9F-60F03428998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-1" y="10"/>
            <a:ext cx="12192001" cy="6857990"/>
          </a:xfrm>
          <a:prstGeom prst="rect">
            <a:avLst/>
          </a:prstGeom>
        </p:spPr>
      </p:pic>
      <p:sp useBgFill="1">
        <p:nvSpPr>
          <p:cNvPr id="103" name="Freeform 5">
            <a:extLst>
              <a:ext uri="{FF2B5EF4-FFF2-40B4-BE49-F238E27FC236}">
                <a16:creationId xmlns:a16="http://schemas.microsoft.com/office/drawing/2014/main" id="{FE469E50-3893-4ED6-92BA-2985C32B0CA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auto">
          <a:xfrm rot="5400000">
            <a:off x="7131809" y="1385982"/>
            <a:ext cx="4031414" cy="4100418"/>
          </a:xfrm>
          <a:custGeom>
            <a:avLst/>
            <a:gdLst>
              <a:gd name="T0" fmla="*/ 1577 w 1601"/>
              <a:gd name="T1" fmla="*/ 0 h 696"/>
              <a:gd name="T2" fmla="*/ 833 w 1601"/>
              <a:gd name="T3" fmla="*/ 0 h 696"/>
              <a:gd name="T4" fmla="*/ 768 w 1601"/>
              <a:gd name="T5" fmla="*/ 0 h 696"/>
              <a:gd name="T6" fmla="*/ 24 w 1601"/>
              <a:gd name="T7" fmla="*/ 0 h 696"/>
              <a:gd name="T8" fmla="*/ 0 w 1601"/>
              <a:gd name="T9" fmla="*/ 27 h 696"/>
              <a:gd name="T10" fmla="*/ 0 w 1601"/>
              <a:gd name="T11" fmla="*/ 669 h 696"/>
              <a:gd name="T12" fmla="*/ 24 w 1601"/>
              <a:gd name="T13" fmla="*/ 696 h 696"/>
              <a:gd name="T14" fmla="*/ 768 w 1601"/>
              <a:gd name="T15" fmla="*/ 696 h 696"/>
              <a:gd name="T16" fmla="*/ 833 w 1601"/>
              <a:gd name="T17" fmla="*/ 696 h 696"/>
              <a:gd name="T18" fmla="*/ 1577 w 1601"/>
              <a:gd name="T19" fmla="*/ 696 h 696"/>
              <a:gd name="T20" fmla="*/ 1601 w 1601"/>
              <a:gd name="T21" fmla="*/ 669 h 696"/>
              <a:gd name="T22" fmla="*/ 1601 w 1601"/>
              <a:gd name="T23" fmla="*/ 27 h 696"/>
              <a:gd name="T24" fmla="*/ 1577 w 1601"/>
              <a:gd name="T25" fmla="*/ 0 h 696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</a:cxnLst>
            <a:rect l="0" t="0" r="r" b="b"/>
            <a:pathLst>
              <a:path w="1601" h="696">
                <a:moveTo>
                  <a:pt x="1577" y="0"/>
                </a:moveTo>
                <a:cubicBezTo>
                  <a:pt x="833" y="0"/>
                  <a:pt x="833" y="0"/>
                  <a:pt x="833" y="0"/>
                </a:cubicBezTo>
                <a:cubicBezTo>
                  <a:pt x="768" y="0"/>
                  <a:pt x="768" y="0"/>
                  <a:pt x="768" y="0"/>
                </a:cubicBezTo>
                <a:cubicBezTo>
                  <a:pt x="24" y="0"/>
                  <a:pt x="24" y="0"/>
                  <a:pt x="24" y="0"/>
                </a:cubicBezTo>
                <a:cubicBezTo>
                  <a:pt x="11" y="0"/>
                  <a:pt x="0" y="12"/>
                  <a:pt x="0" y="27"/>
                </a:cubicBezTo>
                <a:cubicBezTo>
                  <a:pt x="0" y="669"/>
                  <a:pt x="0" y="669"/>
                  <a:pt x="0" y="669"/>
                </a:cubicBezTo>
                <a:cubicBezTo>
                  <a:pt x="0" y="684"/>
                  <a:pt x="11" y="696"/>
                  <a:pt x="24" y="696"/>
                </a:cubicBezTo>
                <a:cubicBezTo>
                  <a:pt x="768" y="696"/>
                  <a:pt x="768" y="696"/>
                  <a:pt x="768" y="696"/>
                </a:cubicBezTo>
                <a:cubicBezTo>
                  <a:pt x="833" y="696"/>
                  <a:pt x="833" y="696"/>
                  <a:pt x="833" y="696"/>
                </a:cubicBezTo>
                <a:cubicBezTo>
                  <a:pt x="1577" y="696"/>
                  <a:pt x="1577" y="696"/>
                  <a:pt x="1577" y="696"/>
                </a:cubicBezTo>
                <a:cubicBezTo>
                  <a:pt x="1590" y="696"/>
                  <a:pt x="1601" y="684"/>
                  <a:pt x="1601" y="669"/>
                </a:cubicBezTo>
                <a:cubicBezTo>
                  <a:pt x="1601" y="27"/>
                  <a:pt x="1601" y="27"/>
                  <a:pt x="1601" y="27"/>
                </a:cubicBezTo>
                <a:cubicBezTo>
                  <a:pt x="1601" y="12"/>
                  <a:pt x="1590" y="0"/>
                  <a:pt x="1577" y="0"/>
                </a:cubicBezTo>
                <a:close/>
              </a:path>
            </a:pathLst>
          </a:custGeom>
          <a:ln>
            <a:noFill/>
          </a:ln>
          <a:effectLst>
            <a:outerShdw blurRad="50800" dist="38100" dir="5400000" algn="tl" rotWithShape="0">
              <a:srgbClr val="000000">
                <a:alpha val="43000"/>
              </a:srgbClr>
            </a:outerShdw>
          </a:effectLst>
          <a:extLst>
            <a:ext uri="{91240B29-F687-4f45-9708-019B960494DF}">
              <a14:hiddenLine xmlns:a16="http://schemas.microsoft.com/office/drawing/2014/main" xmlns:p14="http://schemas.microsoft.com/office/powerpoint/2010/main" xmlns:a14="http://schemas.microsoft.com/office/drawing/2010/main" xmlns="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Goudy Old Style"/>
              <a:ea typeface="+mn-ea"/>
              <a:cs typeface="+mn-cs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0D1F047C-C727-42A7-85C5-68C5AA1B1A9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7389962" y="1673524"/>
            <a:ext cx="3485073" cy="2596724"/>
          </a:xfrm>
        </p:spPr>
        <p:txBody>
          <a:bodyPr>
            <a:normAutofit/>
          </a:bodyPr>
          <a:lstStyle/>
          <a:p>
            <a:pPr algn="l"/>
            <a:r>
              <a:rPr lang="en-US" sz="4000" dirty="0"/>
              <a:t>COBOL: </a:t>
            </a:r>
            <a:br>
              <a:rPr lang="en-US" sz="4000" dirty="0"/>
            </a:br>
            <a:r>
              <a:rPr lang="en-US" sz="4000" dirty="0"/>
              <a:t>An Overview</a:t>
            </a:r>
          </a:p>
        </p:txBody>
      </p:sp>
    </p:spTree>
    <p:extLst>
      <p:ext uri="{BB962C8B-B14F-4D97-AF65-F5344CB8AC3E}">
        <p14:creationId xmlns:p14="http://schemas.microsoft.com/office/powerpoint/2010/main" val="416788423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rotWithShape="1">
          <a:blip r:embed="rId4">
            <a:duotone>
              <a:schemeClr val="bg1">
                <a:shade val="80000"/>
                <a:lumMod val="80000"/>
              </a:schemeClr>
              <a:schemeClr val="bg1">
                <a:tint val="98000"/>
              </a:schemeClr>
            </a:duotone>
          </a:blip>
          <a:stretch/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55" name="Rectangle 54">
            <a:extLst>
              <a:ext uri="{FF2B5EF4-FFF2-40B4-BE49-F238E27FC236}">
                <a16:creationId xmlns:a16="http://schemas.microsoft.com/office/drawing/2014/main" id="{0EF2A0DA-AE81-4A45-972E-646AC2870C2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Goudy Old Style"/>
              <a:ea typeface="+mn-ea"/>
              <a:cs typeface="+mn-cs"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72B2D6DE-C9B5-4678-91EF-77E85F2350D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 rotWithShape="1"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-1"/>
          <a:stretch/>
        </p:blipFill>
        <p:spPr>
          <a:xfrm>
            <a:off x="-8623" y="10"/>
            <a:ext cx="6265647" cy="6857990"/>
          </a:xfrm>
          <a:prstGeom prst="rect">
            <a:avLst/>
          </a:prstGeom>
        </p:spPr>
      </p:pic>
      <p:pic>
        <p:nvPicPr>
          <p:cNvPr id="57" name="Picture 56">
            <a:extLst>
              <a:ext uri="{FF2B5EF4-FFF2-40B4-BE49-F238E27FC236}">
                <a16:creationId xmlns:a16="http://schemas.microsoft.com/office/drawing/2014/main" id="{B536FA4E-0152-4E27-91DA-0FC22D1846B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PicPr>
        <p:blipFill rotWithShape="1"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6257026" y="1"/>
            <a:ext cx="5934973" cy="685800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89559F60-4CE1-4E2F-86EA-1B60679F1F4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900493" y="609600"/>
            <a:ext cx="4538124" cy="970450"/>
          </a:xfrm>
        </p:spPr>
        <p:txBody>
          <a:bodyPr anchor="b">
            <a:normAutofit/>
          </a:bodyPr>
          <a:lstStyle/>
          <a:p>
            <a:pPr algn="l"/>
            <a:r>
              <a:rPr lang="en-US" sz="4000" dirty="0"/>
              <a:t>Contents</a:t>
            </a:r>
          </a:p>
        </p:txBody>
      </p:sp>
      <p:sp>
        <p:nvSpPr>
          <p:cNvPr id="24" name="Content Placeholder 2">
            <a:extLst>
              <a:ext uri="{FF2B5EF4-FFF2-40B4-BE49-F238E27FC236}">
                <a16:creationId xmlns:a16="http://schemas.microsoft.com/office/drawing/2014/main" id="{F260476B-CCA6-412B-A9C5-399C34AE6F0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900493" y="1732449"/>
            <a:ext cx="4403596" cy="4058751"/>
          </a:xfrm>
        </p:spPr>
        <p:txBody>
          <a:bodyPr anchor="t">
            <a:normAutofit/>
          </a:bodyPr>
          <a:lstStyle/>
          <a:p>
            <a:pPr marL="36900" lvl="0" indent="0">
              <a:buNone/>
            </a:pPr>
            <a:r>
              <a:rPr lang="en-US" sz="2400" dirty="0"/>
              <a:t>Historical Background of COBOL</a:t>
            </a:r>
          </a:p>
          <a:p>
            <a:pPr marL="36900" lvl="0" indent="0">
              <a:buNone/>
            </a:pPr>
            <a:r>
              <a:rPr lang="en-US" sz="2400" dirty="0"/>
              <a:t>COBOL Program Structure</a:t>
            </a:r>
          </a:p>
          <a:p>
            <a:pPr marL="36900" lvl="0" indent="0">
              <a:buNone/>
            </a:pPr>
            <a:r>
              <a:rPr lang="en-US" sz="2400" dirty="0"/>
              <a:t>Explanation of Solution Code (Stack Implementation)</a:t>
            </a:r>
          </a:p>
        </p:txBody>
      </p:sp>
    </p:spTree>
    <p:extLst>
      <p:ext uri="{BB962C8B-B14F-4D97-AF65-F5344CB8AC3E}">
        <p14:creationId xmlns:p14="http://schemas.microsoft.com/office/powerpoint/2010/main" val="322023568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rotWithShape="1">
          <a:blip r:embed="rId2">
            <a:duotone>
              <a:schemeClr val="bg1">
                <a:shade val="80000"/>
                <a:lumMod val="80000"/>
              </a:schemeClr>
              <a:schemeClr val="bg1">
                <a:tint val="98000"/>
              </a:schemeClr>
            </a:duotone>
          </a:blip>
          <a:stretch/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BD32A07D-C646-4CC0-BA93-76707E70723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18A86A80-B332-7A3B-B494-D40AC4A8608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947377" y="835383"/>
            <a:ext cx="3382832" cy="3499549"/>
          </a:xfrm>
        </p:spPr>
        <p:txBody>
          <a:bodyPr vert="horz" lIns="91440" tIns="45720" rIns="91440" bIns="45720" rtlCol="0" anchor="b">
            <a:normAutofit/>
          </a:bodyPr>
          <a:lstStyle/>
          <a:p>
            <a:pPr algn="l"/>
            <a:r>
              <a:rPr lang="en-US" sz="4200" dirty="0"/>
              <a:t>Historical Background</a:t>
            </a:r>
          </a:p>
        </p:txBody>
      </p:sp>
      <p:pic>
        <p:nvPicPr>
          <p:cNvPr id="5" name="Picture 4" descr="A gold mandala on a red background">
            <a:extLst>
              <a:ext uri="{FF2B5EF4-FFF2-40B4-BE49-F238E27FC236}">
                <a16:creationId xmlns:a16="http://schemas.microsoft.com/office/drawing/2014/main" id="{53197A5D-EFF5-21B0-657B-142CA44F95CE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r="17567"/>
          <a:stretch>
            <a:fillRect/>
          </a:stretch>
        </p:blipFill>
        <p:spPr>
          <a:xfrm>
            <a:off x="-1" y="10"/>
            <a:ext cx="7537704" cy="685799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5370336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rotWithShape="1">
          <a:blip r:embed="rId2">
            <a:duotone>
              <a:schemeClr val="bg1">
                <a:shade val="80000"/>
                <a:lumMod val="80000"/>
              </a:schemeClr>
              <a:schemeClr val="bg1">
                <a:tint val="98000"/>
              </a:schemeClr>
            </a:duotone>
          </a:blip>
          <a:stretch/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35" name="Rectangle 1034">
            <a:extLst>
              <a:ext uri="{FF2B5EF4-FFF2-40B4-BE49-F238E27FC236}">
                <a16:creationId xmlns:a16="http://schemas.microsoft.com/office/drawing/2014/main" id="{0EF2A0DA-AE81-4A45-972E-646AC2870C2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026" name="Picture 2" descr="The Legacy of Grace Hopper - Stories - Vassar College">
            <a:extLst>
              <a:ext uri="{FF2B5EF4-FFF2-40B4-BE49-F238E27FC236}">
                <a16:creationId xmlns:a16="http://schemas.microsoft.com/office/drawing/2014/main" id="{BB48FEAB-07E7-EA0A-2712-ECC0E697A4C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1" b="10283"/>
          <a:stretch>
            <a:fillRect/>
          </a:stretch>
        </p:blipFill>
        <p:spPr bwMode="auto">
          <a:xfrm>
            <a:off x="-8622" y="10"/>
            <a:ext cx="6096000" cy="685799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6" name="Picture 1035">
            <a:extLst>
              <a:ext uri="{FF2B5EF4-FFF2-40B4-BE49-F238E27FC236}">
                <a16:creationId xmlns:a16="http://schemas.microsoft.com/office/drawing/2014/main" id="{B536FA4E-0152-4E27-91DA-0FC22D1846B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964" r="2807" b="1446"/>
          <a:stretch/>
        </p:blipFill>
        <p:spPr>
          <a:xfrm>
            <a:off x="6257026" y="1"/>
            <a:ext cx="5934973" cy="685800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E04E8FFA-2B36-BC76-EDE2-508CA4FCAC6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900493" y="609600"/>
            <a:ext cx="4538124" cy="970450"/>
          </a:xfrm>
        </p:spPr>
        <p:txBody>
          <a:bodyPr anchor="b">
            <a:normAutofit/>
          </a:bodyPr>
          <a:lstStyle/>
          <a:p>
            <a:pPr algn="l"/>
            <a:r>
              <a:rPr lang="en-PH" sz="3200" dirty="0"/>
              <a:t>Historical Background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A223ED3-87C1-4A6D-86BC-5C050FF9805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900492" y="1732449"/>
            <a:ext cx="4538124" cy="4515951"/>
          </a:xfrm>
        </p:spPr>
        <p:txBody>
          <a:bodyPr anchor="t">
            <a:normAutofit/>
          </a:bodyPr>
          <a:lstStyle/>
          <a:p>
            <a:r>
              <a:rPr lang="en-US" sz="1800" dirty="0">
                <a:effectLst/>
              </a:rPr>
              <a:t>COBOL was developed by the Conference on Data Systems Languages (CODASYL), which formed in 1959. </a:t>
            </a:r>
          </a:p>
          <a:p>
            <a:r>
              <a:rPr lang="en-US" sz="1800" dirty="0">
                <a:effectLst/>
              </a:rPr>
              <a:t>Was partly derived from FLOW-MATIC, the first data-processing language to use English-like keywords</a:t>
            </a:r>
          </a:p>
          <a:p>
            <a:r>
              <a:rPr lang="en-US" sz="1800" dirty="0">
                <a:effectLst/>
              </a:rPr>
              <a:t>Created by computer science pioneer Dr. Grace Hopper, COBOL was created as part of a US Department of Defense initiative pushing for a programming language that could work across operating systems and hardware environments.</a:t>
            </a:r>
            <a:endParaRPr lang="en-PH" sz="1800" dirty="0"/>
          </a:p>
        </p:txBody>
      </p:sp>
    </p:spTree>
    <p:extLst>
      <p:ext uri="{BB962C8B-B14F-4D97-AF65-F5344CB8AC3E}">
        <p14:creationId xmlns:p14="http://schemas.microsoft.com/office/powerpoint/2010/main" val="221361858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rotWithShape="1">
          <a:blip r:embed="rId2">
            <a:duotone>
              <a:schemeClr val="bg1">
                <a:shade val="80000"/>
                <a:lumMod val="80000"/>
              </a:schemeClr>
              <a:schemeClr val="bg1">
                <a:tint val="98000"/>
              </a:schemeClr>
            </a:duotone>
          </a:blip>
          <a:stretch/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283ABDC6-9398-F586-E25A-3D0DC7BA7A8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41" name="Rectangle 1040">
            <a:extLst>
              <a:ext uri="{FF2B5EF4-FFF2-40B4-BE49-F238E27FC236}">
                <a16:creationId xmlns:a16="http://schemas.microsoft.com/office/drawing/2014/main" id="{9A6C2C86-63BF-47D5-AA3F-905111A238E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EDE61CEF-2272-F45C-1EE0-75AF81F7FE6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4013" y="1115568"/>
            <a:ext cx="3487616" cy="4626864"/>
          </a:xfrm>
        </p:spPr>
        <p:txBody>
          <a:bodyPr>
            <a:normAutofit/>
          </a:bodyPr>
          <a:lstStyle/>
          <a:p>
            <a:pPr algn="l"/>
            <a:r>
              <a:rPr lang="en-PH" sz="3600" dirty="0"/>
              <a:t>Historical Background</a:t>
            </a:r>
          </a:p>
        </p:txBody>
      </p:sp>
      <p:cxnSp>
        <p:nvCxnSpPr>
          <p:cNvPr id="1043" name="Straight Connector 1042">
            <a:extLst>
              <a:ext uri="{FF2B5EF4-FFF2-40B4-BE49-F238E27FC236}">
                <a16:creationId xmlns:a16="http://schemas.microsoft.com/office/drawing/2014/main" id="{425A0768-3044-4AA9-A889-D2CAA68C517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4654605" y="2057400"/>
            <a:ext cx="0" cy="2743200"/>
          </a:xfrm>
          <a:prstGeom prst="line">
            <a:avLst/>
          </a:prstGeom>
          <a:ln w="19050"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92516C5-B0F7-44D4-D7CB-60285D7E036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05398" y="1115568"/>
            <a:ext cx="6245352" cy="4626864"/>
          </a:xfrm>
        </p:spPr>
        <p:txBody>
          <a:bodyPr anchor="ctr">
            <a:normAutofit/>
          </a:bodyPr>
          <a:lstStyle/>
          <a:p>
            <a:r>
              <a:rPr lang="en-US" dirty="0">
                <a:effectLst/>
              </a:rPr>
              <a:t>The first version of the COBOL programming language was released in 1960</a:t>
            </a:r>
          </a:p>
          <a:p>
            <a:r>
              <a:rPr lang="en-US" dirty="0">
                <a:effectLst/>
              </a:rPr>
              <a:t>It was ultimately standardized as a computer language in 1968 (ISO/IEC 1989). </a:t>
            </a:r>
          </a:p>
          <a:p>
            <a:r>
              <a:rPr lang="en-US" dirty="0">
                <a:effectLst/>
              </a:rPr>
              <a:t>Implemented several revisions and modernizations, including COBOL-61, COBOL-68, COBOL-74 and COBOL-85</a:t>
            </a:r>
            <a:endParaRPr lang="en-PH" dirty="0"/>
          </a:p>
        </p:txBody>
      </p:sp>
    </p:spTree>
    <p:extLst>
      <p:ext uri="{BB962C8B-B14F-4D97-AF65-F5344CB8AC3E}">
        <p14:creationId xmlns:p14="http://schemas.microsoft.com/office/powerpoint/2010/main" val="7505385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rotWithShape="1">
          <a:blip r:embed="rId2">
            <a:duotone>
              <a:schemeClr val="bg1">
                <a:shade val="80000"/>
                <a:lumMod val="80000"/>
              </a:schemeClr>
              <a:schemeClr val="bg1">
                <a:tint val="98000"/>
              </a:schemeClr>
            </a:duotone>
          </a:blip>
          <a:stretch/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5584CA6-3EF1-7ED1-4E5F-68D3131A48F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41" name="Rectangle 1040">
            <a:extLst>
              <a:ext uri="{FF2B5EF4-FFF2-40B4-BE49-F238E27FC236}">
                <a16:creationId xmlns:a16="http://schemas.microsoft.com/office/drawing/2014/main" id="{9255F579-B5A9-C6BE-764A-ABABEDFEE34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883B899E-72DF-53D9-896F-C7464EEA3F5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4013" y="1115568"/>
            <a:ext cx="3487616" cy="4626864"/>
          </a:xfrm>
        </p:spPr>
        <p:txBody>
          <a:bodyPr>
            <a:normAutofit/>
          </a:bodyPr>
          <a:lstStyle/>
          <a:p>
            <a:pPr algn="l"/>
            <a:r>
              <a:rPr lang="en-PH" sz="3600" dirty="0"/>
              <a:t>Historical Background</a:t>
            </a:r>
          </a:p>
        </p:txBody>
      </p:sp>
      <p:cxnSp>
        <p:nvCxnSpPr>
          <p:cNvPr id="1043" name="Straight Connector 1042">
            <a:extLst>
              <a:ext uri="{FF2B5EF4-FFF2-40B4-BE49-F238E27FC236}">
                <a16:creationId xmlns:a16="http://schemas.microsoft.com/office/drawing/2014/main" id="{B7F59F5B-CC66-ACB6-61CD-1A08DF24DCF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4654605" y="2057400"/>
            <a:ext cx="0" cy="2743200"/>
          </a:xfrm>
          <a:prstGeom prst="line">
            <a:avLst/>
          </a:prstGeom>
          <a:ln w="19050"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BFF1F74-0A65-0F26-6799-A33F48887C7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05398" y="1115568"/>
            <a:ext cx="6245352" cy="4626864"/>
          </a:xfrm>
        </p:spPr>
        <p:txBody>
          <a:bodyPr anchor="ctr">
            <a:normAutofit/>
          </a:bodyPr>
          <a:lstStyle/>
          <a:p>
            <a:r>
              <a:rPr lang="en-US" dirty="0">
                <a:effectLst/>
              </a:rPr>
              <a:t>COBOL 2002 aimed to make COBOL applications more compatible with modern software development practices by introducing object-oriented features</a:t>
            </a:r>
          </a:p>
          <a:p>
            <a:r>
              <a:rPr lang="en-US" dirty="0">
                <a:effectLst/>
              </a:rPr>
              <a:t>COBOL 14 introduced new changes, including replacing portable arithmetic results with </a:t>
            </a:r>
            <a:r>
              <a:rPr lang="en-US" u="sng" dirty="0">
                <a:effectLst/>
              </a:rPr>
              <a:t>IEEE 754</a:t>
            </a:r>
            <a:r>
              <a:rPr lang="en-US" dirty="0">
                <a:effectLst/>
              </a:rPr>
              <a:t> data types</a:t>
            </a:r>
          </a:p>
          <a:p>
            <a:r>
              <a:rPr lang="en-US" dirty="0">
                <a:effectLst/>
              </a:rPr>
              <a:t>The latest standard, COBOL 2023, delivered additional new features focused on improving COBOL's interoperability with modern systems</a:t>
            </a:r>
            <a:endParaRPr lang="en-PH" dirty="0"/>
          </a:p>
        </p:txBody>
      </p:sp>
    </p:spTree>
    <p:extLst>
      <p:ext uri="{BB962C8B-B14F-4D97-AF65-F5344CB8AC3E}">
        <p14:creationId xmlns:p14="http://schemas.microsoft.com/office/powerpoint/2010/main" val="253260313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rotWithShape="1">
          <a:blip r:embed="rId2">
            <a:duotone>
              <a:schemeClr val="bg1">
                <a:shade val="80000"/>
                <a:lumMod val="80000"/>
              </a:schemeClr>
              <a:schemeClr val="bg1">
                <a:tint val="98000"/>
              </a:schemeClr>
            </a:duotone>
          </a:blip>
          <a:stretch/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38" name="Rectangle 1037">
            <a:extLst>
              <a:ext uri="{FF2B5EF4-FFF2-40B4-BE49-F238E27FC236}">
                <a16:creationId xmlns:a16="http://schemas.microsoft.com/office/drawing/2014/main" id="{766CDA4A-6CAA-4FED-A424-FF9D363E93C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A15DA5DA-6F90-88EC-E73A-7C033C895C5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70693" y="4435229"/>
            <a:ext cx="9440034" cy="1059644"/>
          </a:xfr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 sz="4800" dirty="0"/>
              <a:t>COBOL Program Structure</a:t>
            </a:r>
          </a:p>
        </p:txBody>
      </p:sp>
      <p:pic>
        <p:nvPicPr>
          <p:cNvPr id="1040" name="Picture 1039">
            <a:extLst>
              <a:ext uri="{FF2B5EF4-FFF2-40B4-BE49-F238E27FC236}">
                <a16:creationId xmlns:a16="http://schemas.microsoft.com/office/drawing/2014/main" id="{9B0DB875-49E3-4B9D-8AAE-D81A127B664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13883" y="547807"/>
            <a:ext cx="10141799" cy="3816806"/>
          </a:xfrm>
          <a:prstGeom prst="rect">
            <a:avLst/>
          </a:prstGeom>
        </p:spPr>
      </p:pic>
      <p:pic>
        <p:nvPicPr>
          <p:cNvPr id="1026" name="Picture 2" descr="7 cobol examples with explanations. | by Yvan Scher | Medium">
            <a:extLst>
              <a:ext uri="{FF2B5EF4-FFF2-40B4-BE49-F238E27FC236}">
                <a16:creationId xmlns:a16="http://schemas.microsoft.com/office/drawing/2014/main" id="{CD6913E6-BCB4-CB8E-A9F1-73FDF94DE98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6518" r="-1" b="17288"/>
          <a:stretch>
            <a:fillRect/>
          </a:stretch>
        </p:blipFill>
        <p:spPr bwMode="auto">
          <a:xfrm>
            <a:off x="1169349" y="695008"/>
            <a:ext cx="9845346" cy="352567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85719613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rotWithShape="1">
          <a:blip r:embed="rId2">
            <a:duotone>
              <a:schemeClr val="bg1">
                <a:shade val="80000"/>
                <a:lumMod val="80000"/>
              </a:schemeClr>
              <a:schemeClr val="bg1">
                <a:tint val="98000"/>
              </a:schemeClr>
            </a:duotone>
          </a:blip>
          <a:stretch/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Rectangle 16">
            <a:extLst>
              <a:ext uri="{FF2B5EF4-FFF2-40B4-BE49-F238E27FC236}">
                <a16:creationId xmlns:a16="http://schemas.microsoft.com/office/drawing/2014/main" id="{98761467-7640-47B1-90D4-04ADAD632C9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 useBgFill="1">
        <p:nvSpPr>
          <p:cNvPr id="19" name="Freeform: Shape 18">
            <a:extLst>
              <a:ext uri="{FF2B5EF4-FFF2-40B4-BE49-F238E27FC236}">
                <a16:creationId xmlns:a16="http://schemas.microsoft.com/office/drawing/2014/main" id="{738B1503-6FE9-46B4-9354-E943D91B11A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3805514" y="-2"/>
            <a:ext cx="8386486" cy="6858002"/>
          </a:xfrm>
          <a:custGeom>
            <a:avLst/>
            <a:gdLst>
              <a:gd name="connsiteX0" fmla="*/ 0 w 6088489"/>
              <a:gd name="connsiteY0" fmla="*/ 0 h 6858002"/>
              <a:gd name="connsiteX1" fmla="*/ 3563332 w 6088489"/>
              <a:gd name="connsiteY1" fmla="*/ 0 h 6858002"/>
              <a:gd name="connsiteX2" fmla="*/ 3563332 w 6088489"/>
              <a:gd name="connsiteY2" fmla="*/ 3 h 6858002"/>
              <a:gd name="connsiteX3" fmla="*/ 5842099 w 6088489"/>
              <a:gd name="connsiteY3" fmla="*/ 3 h 6858002"/>
              <a:gd name="connsiteX4" fmla="*/ 5842099 w 6088489"/>
              <a:gd name="connsiteY4" fmla="*/ 4 h 6858002"/>
              <a:gd name="connsiteX5" fmla="*/ 5835346 w 6088489"/>
              <a:gd name="connsiteY5" fmla="*/ 4 h 6858002"/>
              <a:gd name="connsiteX6" fmla="*/ 5841229 w 6088489"/>
              <a:gd name="connsiteY6" fmla="*/ 40466 h 6858002"/>
              <a:gd name="connsiteX7" fmla="*/ 5858543 w 6088489"/>
              <a:gd name="connsiteY7" fmla="*/ 159110 h 6858002"/>
              <a:gd name="connsiteX8" fmla="*/ 5870645 w 6088489"/>
              <a:gd name="connsiteY8" fmla="*/ 245521 h 6858002"/>
              <a:gd name="connsiteX9" fmla="*/ 5883420 w 6088489"/>
              <a:gd name="connsiteY9" fmla="*/ 348391 h 6858002"/>
              <a:gd name="connsiteX10" fmla="*/ 5898716 w 6088489"/>
              <a:gd name="connsiteY10" fmla="*/ 470463 h 6858002"/>
              <a:gd name="connsiteX11" fmla="*/ 5914853 w 6088489"/>
              <a:gd name="connsiteY11" fmla="*/ 605566 h 6858002"/>
              <a:gd name="connsiteX12" fmla="*/ 5931830 w 6088489"/>
              <a:gd name="connsiteY12" fmla="*/ 757813 h 6858002"/>
              <a:gd name="connsiteX13" fmla="*/ 5949815 w 6088489"/>
              <a:gd name="connsiteY13" fmla="*/ 923777 h 6858002"/>
              <a:gd name="connsiteX14" fmla="*/ 5967801 w 6088489"/>
              <a:gd name="connsiteY14" fmla="*/ 1104142 h 6858002"/>
              <a:gd name="connsiteX15" fmla="*/ 5986122 w 6088489"/>
              <a:gd name="connsiteY15" fmla="*/ 1296166 h 6858002"/>
              <a:gd name="connsiteX16" fmla="*/ 6003099 w 6088489"/>
              <a:gd name="connsiteY16" fmla="*/ 1503278 h 6858002"/>
              <a:gd name="connsiteX17" fmla="*/ 6019404 w 6088489"/>
              <a:gd name="connsiteY17" fmla="*/ 1719991 h 6858002"/>
              <a:gd name="connsiteX18" fmla="*/ 6034196 w 6088489"/>
              <a:gd name="connsiteY18" fmla="*/ 1949048 h 6858002"/>
              <a:gd name="connsiteX19" fmla="*/ 6048315 w 6088489"/>
              <a:gd name="connsiteY19" fmla="*/ 2187706 h 6858002"/>
              <a:gd name="connsiteX20" fmla="*/ 6061595 w 6088489"/>
              <a:gd name="connsiteY20" fmla="*/ 2436652 h 6858002"/>
              <a:gd name="connsiteX21" fmla="*/ 6066301 w 6088489"/>
              <a:gd name="connsiteY21" fmla="*/ 2564211 h 6858002"/>
              <a:gd name="connsiteX22" fmla="*/ 6071512 w 6088489"/>
              <a:gd name="connsiteY22" fmla="*/ 2694512 h 6858002"/>
              <a:gd name="connsiteX23" fmla="*/ 6076386 w 6088489"/>
              <a:gd name="connsiteY23" fmla="*/ 2826871 h 6858002"/>
              <a:gd name="connsiteX24" fmla="*/ 6079580 w 6088489"/>
              <a:gd name="connsiteY24" fmla="*/ 2959917 h 6858002"/>
              <a:gd name="connsiteX25" fmla="*/ 6082438 w 6088489"/>
              <a:gd name="connsiteY25" fmla="*/ 3095705 h 6858002"/>
              <a:gd name="connsiteX26" fmla="*/ 6085463 w 6088489"/>
              <a:gd name="connsiteY26" fmla="*/ 3232865 h 6858002"/>
              <a:gd name="connsiteX27" fmla="*/ 6087480 w 6088489"/>
              <a:gd name="connsiteY27" fmla="*/ 3372768 h 6858002"/>
              <a:gd name="connsiteX28" fmla="*/ 6087480 w 6088489"/>
              <a:gd name="connsiteY28" fmla="*/ 3514043 h 6858002"/>
              <a:gd name="connsiteX29" fmla="*/ 6088489 w 6088489"/>
              <a:gd name="connsiteY29" fmla="*/ 3656689 h 6858002"/>
              <a:gd name="connsiteX30" fmla="*/ 6087480 w 6088489"/>
              <a:gd name="connsiteY30" fmla="*/ 3800707 h 6858002"/>
              <a:gd name="connsiteX31" fmla="*/ 6085463 w 6088489"/>
              <a:gd name="connsiteY31" fmla="*/ 3946783 h 6858002"/>
              <a:gd name="connsiteX32" fmla="*/ 6083614 w 6088489"/>
              <a:gd name="connsiteY32" fmla="*/ 4092858 h 6858002"/>
              <a:gd name="connsiteX33" fmla="*/ 6079580 w 6088489"/>
              <a:gd name="connsiteY33" fmla="*/ 4240991 h 6858002"/>
              <a:gd name="connsiteX34" fmla="*/ 6075378 w 6088489"/>
              <a:gd name="connsiteY34" fmla="*/ 4390495 h 6858002"/>
              <a:gd name="connsiteX35" fmla="*/ 6070503 w 6088489"/>
              <a:gd name="connsiteY35" fmla="*/ 4540000 h 6858002"/>
              <a:gd name="connsiteX36" fmla="*/ 6063612 w 6088489"/>
              <a:gd name="connsiteY36" fmla="*/ 4690876 h 6858002"/>
              <a:gd name="connsiteX37" fmla="*/ 6055375 w 6088489"/>
              <a:gd name="connsiteY37" fmla="*/ 4843123 h 6858002"/>
              <a:gd name="connsiteX38" fmla="*/ 6047475 w 6088489"/>
              <a:gd name="connsiteY38" fmla="*/ 4996057 h 6858002"/>
              <a:gd name="connsiteX39" fmla="*/ 6037390 w 6088489"/>
              <a:gd name="connsiteY39" fmla="*/ 5148990 h 6858002"/>
              <a:gd name="connsiteX40" fmla="*/ 6025287 w 6088489"/>
              <a:gd name="connsiteY40" fmla="*/ 5303981 h 6858002"/>
              <a:gd name="connsiteX41" fmla="*/ 6013185 w 6088489"/>
              <a:gd name="connsiteY41" fmla="*/ 5456914 h 6858002"/>
              <a:gd name="connsiteX42" fmla="*/ 5999233 w 6088489"/>
              <a:gd name="connsiteY42" fmla="*/ 5612591 h 6858002"/>
              <a:gd name="connsiteX43" fmla="*/ 5983937 w 6088489"/>
              <a:gd name="connsiteY43" fmla="*/ 5768953 h 6858002"/>
              <a:gd name="connsiteX44" fmla="*/ 5967801 w 6088489"/>
              <a:gd name="connsiteY44" fmla="*/ 5923258 h 6858002"/>
              <a:gd name="connsiteX45" fmla="*/ 5948975 w 6088489"/>
              <a:gd name="connsiteY45" fmla="*/ 6079621 h 6858002"/>
              <a:gd name="connsiteX46" fmla="*/ 5928804 w 6088489"/>
              <a:gd name="connsiteY46" fmla="*/ 6235297 h 6858002"/>
              <a:gd name="connsiteX47" fmla="*/ 5908801 w 6088489"/>
              <a:gd name="connsiteY47" fmla="*/ 6391660 h 6858002"/>
              <a:gd name="connsiteX48" fmla="*/ 5885437 w 6088489"/>
              <a:gd name="connsiteY48" fmla="*/ 6547336 h 6858002"/>
              <a:gd name="connsiteX49" fmla="*/ 5861568 w 6088489"/>
              <a:gd name="connsiteY49" fmla="*/ 6702327 h 6858002"/>
              <a:gd name="connsiteX50" fmla="*/ 5836524 w 6088489"/>
              <a:gd name="connsiteY50" fmla="*/ 6858002 h 6858002"/>
              <a:gd name="connsiteX51" fmla="*/ 3563332 w 6088489"/>
              <a:gd name="connsiteY51" fmla="*/ 6858002 h 6858002"/>
              <a:gd name="connsiteX52" fmla="*/ 1223490 w 6088489"/>
              <a:gd name="connsiteY52" fmla="*/ 6858002 h 6858002"/>
              <a:gd name="connsiteX53" fmla="*/ 0 w 6088489"/>
              <a:gd name="connsiteY53" fmla="*/ 6858002 h 685800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</a:cxnLst>
            <a:rect l="l" t="t" r="r" b="b"/>
            <a:pathLst>
              <a:path w="6088489" h="6858002">
                <a:moveTo>
                  <a:pt x="0" y="0"/>
                </a:moveTo>
                <a:lnTo>
                  <a:pt x="3563332" y="0"/>
                </a:lnTo>
                <a:lnTo>
                  <a:pt x="3563332" y="3"/>
                </a:lnTo>
                <a:lnTo>
                  <a:pt x="5842099" y="3"/>
                </a:lnTo>
                <a:lnTo>
                  <a:pt x="5842099" y="4"/>
                </a:lnTo>
                <a:lnTo>
                  <a:pt x="5835346" y="4"/>
                </a:lnTo>
                <a:lnTo>
                  <a:pt x="5841229" y="40466"/>
                </a:lnTo>
                <a:lnTo>
                  <a:pt x="5858543" y="159110"/>
                </a:lnTo>
                <a:lnTo>
                  <a:pt x="5870645" y="245521"/>
                </a:lnTo>
                <a:lnTo>
                  <a:pt x="5883420" y="348391"/>
                </a:lnTo>
                <a:lnTo>
                  <a:pt x="5898716" y="470463"/>
                </a:lnTo>
                <a:lnTo>
                  <a:pt x="5914853" y="605566"/>
                </a:lnTo>
                <a:lnTo>
                  <a:pt x="5931830" y="757813"/>
                </a:lnTo>
                <a:lnTo>
                  <a:pt x="5949815" y="923777"/>
                </a:lnTo>
                <a:lnTo>
                  <a:pt x="5967801" y="1104142"/>
                </a:lnTo>
                <a:lnTo>
                  <a:pt x="5986122" y="1296166"/>
                </a:lnTo>
                <a:lnTo>
                  <a:pt x="6003099" y="1503278"/>
                </a:lnTo>
                <a:lnTo>
                  <a:pt x="6019404" y="1719991"/>
                </a:lnTo>
                <a:lnTo>
                  <a:pt x="6034196" y="1949048"/>
                </a:lnTo>
                <a:lnTo>
                  <a:pt x="6048315" y="2187706"/>
                </a:lnTo>
                <a:lnTo>
                  <a:pt x="6061595" y="2436652"/>
                </a:lnTo>
                <a:lnTo>
                  <a:pt x="6066301" y="2564211"/>
                </a:lnTo>
                <a:lnTo>
                  <a:pt x="6071512" y="2694512"/>
                </a:lnTo>
                <a:lnTo>
                  <a:pt x="6076386" y="2826871"/>
                </a:lnTo>
                <a:lnTo>
                  <a:pt x="6079580" y="2959917"/>
                </a:lnTo>
                <a:lnTo>
                  <a:pt x="6082438" y="3095705"/>
                </a:lnTo>
                <a:lnTo>
                  <a:pt x="6085463" y="3232865"/>
                </a:lnTo>
                <a:lnTo>
                  <a:pt x="6087480" y="3372768"/>
                </a:lnTo>
                <a:lnTo>
                  <a:pt x="6087480" y="3514043"/>
                </a:lnTo>
                <a:lnTo>
                  <a:pt x="6088489" y="3656689"/>
                </a:lnTo>
                <a:lnTo>
                  <a:pt x="6087480" y="3800707"/>
                </a:lnTo>
                <a:lnTo>
                  <a:pt x="6085463" y="3946783"/>
                </a:lnTo>
                <a:lnTo>
                  <a:pt x="6083614" y="4092858"/>
                </a:lnTo>
                <a:lnTo>
                  <a:pt x="6079580" y="4240991"/>
                </a:lnTo>
                <a:lnTo>
                  <a:pt x="6075378" y="4390495"/>
                </a:lnTo>
                <a:lnTo>
                  <a:pt x="6070503" y="4540000"/>
                </a:lnTo>
                <a:lnTo>
                  <a:pt x="6063612" y="4690876"/>
                </a:lnTo>
                <a:lnTo>
                  <a:pt x="6055375" y="4843123"/>
                </a:lnTo>
                <a:lnTo>
                  <a:pt x="6047475" y="4996057"/>
                </a:lnTo>
                <a:lnTo>
                  <a:pt x="6037390" y="5148990"/>
                </a:lnTo>
                <a:lnTo>
                  <a:pt x="6025287" y="5303981"/>
                </a:lnTo>
                <a:lnTo>
                  <a:pt x="6013185" y="5456914"/>
                </a:lnTo>
                <a:lnTo>
                  <a:pt x="5999233" y="5612591"/>
                </a:lnTo>
                <a:lnTo>
                  <a:pt x="5983937" y="5768953"/>
                </a:lnTo>
                <a:lnTo>
                  <a:pt x="5967801" y="5923258"/>
                </a:lnTo>
                <a:lnTo>
                  <a:pt x="5948975" y="6079621"/>
                </a:lnTo>
                <a:lnTo>
                  <a:pt x="5928804" y="6235297"/>
                </a:lnTo>
                <a:lnTo>
                  <a:pt x="5908801" y="6391660"/>
                </a:lnTo>
                <a:lnTo>
                  <a:pt x="5885437" y="6547336"/>
                </a:lnTo>
                <a:lnTo>
                  <a:pt x="5861568" y="6702327"/>
                </a:lnTo>
                <a:lnTo>
                  <a:pt x="5836524" y="6858002"/>
                </a:lnTo>
                <a:lnTo>
                  <a:pt x="3563332" y="6858002"/>
                </a:lnTo>
                <a:lnTo>
                  <a:pt x="1223490" y="6858002"/>
                </a:lnTo>
                <a:lnTo>
                  <a:pt x="0" y="6858002"/>
                </a:lnTo>
                <a:close/>
              </a:path>
            </a:pathLst>
          </a:custGeom>
          <a:ln>
            <a:noFill/>
          </a:ln>
          <a:effectLst>
            <a:outerShdw blurRad="50800" dist="38100" dir="10800000" algn="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8A32CE53-9924-5792-2AB2-2EDF9F187EA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654295" y="965196"/>
            <a:ext cx="6197686" cy="1371604"/>
          </a:xfrm>
        </p:spPr>
        <p:txBody>
          <a:bodyPr>
            <a:normAutofit/>
          </a:bodyPr>
          <a:lstStyle/>
          <a:p>
            <a:pPr algn="l"/>
            <a:r>
              <a:rPr lang="en-PH" dirty="0"/>
              <a:t>Program Structure</a:t>
            </a:r>
          </a:p>
        </p:txBody>
      </p:sp>
      <p:pic>
        <p:nvPicPr>
          <p:cNvPr id="7" name="Graphic 6" descr="Hierarchy">
            <a:extLst>
              <a:ext uri="{FF2B5EF4-FFF2-40B4-BE49-F238E27FC236}">
                <a16:creationId xmlns:a16="http://schemas.microsoft.com/office/drawing/2014/main" id="{CADC99EA-0C2E-2FC4-8B42-666C8B4582AA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44332" y="2170143"/>
            <a:ext cx="2517715" cy="2517715"/>
          </a:xfrm>
          <a:prstGeom prst="rect">
            <a:avLst/>
          </a:prstGeom>
        </p:spPr>
      </p:pic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22530AC-62CF-ADA2-A55A-E0BF0303AD8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654294" y="2336800"/>
            <a:ext cx="6470905" cy="3740150"/>
          </a:xfrm>
        </p:spPr>
        <p:txBody>
          <a:bodyPr>
            <a:normAutofit lnSpcReduction="10000"/>
          </a:bodyPr>
          <a:lstStyle/>
          <a:p>
            <a:pPr>
              <a:lnSpc>
                <a:spcPct val="90000"/>
              </a:lnSpc>
            </a:pPr>
            <a:r>
              <a:rPr lang="en-PH" sz="2000" dirty="0">
                <a:effectLst/>
              </a:rPr>
              <a:t>COBOL has a hierarchical structure that comprises divisions, sections, paragraphs, sentences, verbs and character strings.</a:t>
            </a:r>
          </a:p>
          <a:p>
            <a:pPr>
              <a:lnSpc>
                <a:spcPct val="90000"/>
              </a:lnSpc>
            </a:pPr>
            <a:r>
              <a:rPr lang="en-US" sz="2000" dirty="0">
                <a:effectLst/>
              </a:rPr>
              <a:t>The divisional nature of a COBOL system (which comprises four divisions) enables a distinct separation of concerns within COBOL programs</a:t>
            </a:r>
          </a:p>
          <a:p>
            <a:pPr>
              <a:lnSpc>
                <a:spcPct val="90000"/>
              </a:lnSpc>
            </a:pPr>
            <a:r>
              <a:rPr lang="en-US" sz="2000" dirty="0">
                <a:effectLst/>
              </a:rPr>
              <a:t>COBOL divisions are as follows:</a:t>
            </a:r>
          </a:p>
          <a:p>
            <a:pPr lvl="1">
              <a:lnSpc>
                <a:spcPct val="90000"/>
              </a:lnSpc>
            </a:pPr>
            <a:r>
              <a:rPr lang="en-US" sz="2000" dirty="0">
                <a:effectLst/>
              </a:rPr>
              <a:t>Identification division</a:t>
            </a:r>
          </a:p>
          <a:p>
            <a:pPr lvl="1">
              <a:lnSpc>
                <a:spcPct val="90000"/>
              </a:lnSpc>
            </a:pPr>
            <a:r>
              <a:rPr lang="en-US" sz="2000" dirty="0">
                <a:effectLst/>
              </a:rPr>
              <a:t>Environment division</a:t>
            </a:r>
          </a:p>
          <a:p>
            <a:pPr lvl="1">
              <a:lnSpc>
                <a:spcPct val="90000"/>
              </a:lnSpc>
            </a:pPr>
            <a:r>
              <a:rPr lang="en-US" sz="2000" dirty="0">
                <a:effectLst/>
              </a:rPr>
              <a:t>Data division</a:t>
            </a:r>
          </a:p>
          <a:p>
            <a:pPr lvl="1">
              <a:lnSpc>
                <a:spcPct val="90000"/>
              </a:lnSpc>
            </a:pPr>
            <a:r>
              <a:rPr lang="en-US" sz="2000" dirty="0">
                <a:effectLst/>
              </a:rPr>
              <a:t>Procedure division</a:t>
            </a:r>
            <a:endParaRPr lang="en-PH" sz="2000" dirty="0"/>
          </a:p>
        </p:txBody>
      </p:sp>
    </p:spTree>
    <p:extLst>
      <p:ext uri="{BB962C8B-B14F-4D97-AF65-F5344CB8AC3E}">
        <p14:creationId xmlns:p14="http://schemas.microsoft.com/office/powerpoint/2010/main" val="3036648655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rotWithShape="1">
          <a:blip r:embed="rId2">
            <a:duotone>
              <a:schemeClr val="bg1">
                <a:shade val="80000"/>
                <a:lumMod val="80000"/>
              </a:schemeClr>
              <a:schemeClr val="bg1">
                <a:tint val="98000"/>
              </a:schemeClr>
            </a:duotone>
          </a:blip>
          <a:stretch/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9A6C2C86-63BF-47D5-AA3F-905111A238E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D4FCE7B5-8275-BC21-A922-FCB459D1593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4013" y="1115568"/>
            <a:ext cx="3487616" cy="4626864"/>
          </a:xfrm>
        </p:spPr>
        <p:txBody>
          <a:bodyPr>
            <a:normAutofit/>
          </a:bodyPr>
          <a:lstStyle/>
          <a:p>
            <a:pPr algn="l"/>
            <a:r>
              <a:rPr lang="en-PH" sz="3600" dirty="0"/>
              <a:t>Identification Division</a:t>
            </a:r>
          </a:p>
        </p:txBody>
      </p: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425A0768-3044-4AA9-A889-D2CAA68C517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4654605" y="2057400"/>
            <a:ext cx="0" cy="2743200"/>
          </a:xfrm>
          <a:prstGeom prst="line">
            <a:avLst/>
          </a:prstGeom>
          <a:ln w="19050"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EA792A7-BF81-A2CD-955E-77DD69D5216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05398" y="1115568"/>
            <a:ext cx="6245352" cy="4626864"/>
          </a:xfrm>
        </p:spPr>
        <p:txBody>
          <a:bodyPr anchor="ctr">
            <a:normAutofit/>
          </a:bodyPr>
          <a:lstStyle/>
          <a:p>
            <a:r>
              <a:rPr lang="en-US" dirty="0">
                <a:effectLst/>
              </a:rPr>
              <a:t>is the first division of a COBOL program, and is mandatory</a:t>
            </a:r>
          </a:p>
          <a:p>
            <a:r>
              <a:rPr lang="en-US" dirty="0">
                <a:effectLst/>
              </a:rPr>
              <a:t>assigns the program a name and provides other identification information like author, date written and a brief description of the program's purpose</a:t>
            </a:r>
          </a:p>
          <a:p>
            <a:r>
              <a:rPr lang="en-US" dirty="0">
                <a:effectLst/>
              </a:rPr>
              <a:t>COBOL programs need a PROGRAM-ID paragraph to function within the identification division</a:t>
            </a:r>
            <a:endParaRPr lang="en-PH" dirty="0"/>
          </a:p>
        </p:txBody>
      </p:sp>
    </p:spTree>
    <p:extLst>
      <p:ext uri="{BB962C8B-B14F-4D97-AF65-F5344CB8AC3E}">
        <p14:creationId xmlns:p14="http://schemas.microsoft.com/office/powerpoint/2010/main" val="609076788"/>
      </p:ext>
    </p:extLst>
  </p:cSld>
  <p:clrMapOvr>
    <a:masterClrMapping/>
  </p:clrMapOvr>
</p:sld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SlateVTI">
  <a:themeElements>
    <a:clrScheme name="Custom 35">
      <a:dk1>
        <a:sysClr val="windowText" lastClr="000000"/>
      </a:dk1>
      <a:lt1>
        <a:sysClr val="window" lastClr="FFFFFF"/>
      </a:lt1>
      <a:dk2>
        <a:srgbClr val="4E3B30"/>
      </a:dk2>
      <a:lt2>
        <a:srgbClr val="F4EDD8"/>
      </a:lt2>
      <a:accent1>
        <a:srgbClr val="F0A22E"/>
      </a:accent1>
      <a:accent2>
        <a:srgbClr val="A5644E"/>
      </a:accent2>
      <a:accent3>
        <a:srgbClr val="B58B80"/>
      </a:accent3>
      <a:accent4>
        <a:srgbClr val="C3986D"/>
      </a:accent4>
      <a:accent5>
        <a:srgbClr val="A19574"/>
      </a:accent5>
      <a:accent6>
        <a:srgbClr val="C17529"/>
      </a:accent6>
      <a:hlink>
        <a:srgbClr val="AD1F1F"/>
      </a:hlink>
      <a:folHlink>
        <a:srgbClr val="FFC42F"/>
      </a:folHlink>
    </a:clrScheme>
    <a:fontScheme name="Custom 4">
      <a:majorFont>
        <a:latin typeface="Goudy Old Style"/>
        <a:ea typeface=""/>
        <a:cs typeface=""/>
      </a:majorFont>
      <a:minorFont>
        <a:latin typeface="Goudy Old Style"/>
        <a:ea typeface=""/>
        <a:cs typeface=""/>
      </a:minorFont>
    </a:fontScheme>
    <a:fmtScheme name="Slate">
      <a:fillStyleLst>
        <a:solidFill>
          <a:schemeClr val="phClr"/>
        </a:solidFill>
        <a:gradFill rotWithShape="1">
          <a:gsLst>
            <a:gs pos="0">
              <a:schemeClr val="phClr">
                <a:tint val="60000"/>
                <a:lumMod val="110000"/>
              </a:schemeClr>
            </a:gs>
            <a:gs pos="100000">
              <a:schemeClr val="phClr">
                <a:tint val="88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6000"/>
                <a:lumMod val="104000"/>
              </a:schemeClr>
            </a:gs>
            <a:gs pos="100000">
              <a:schemeClr val="phClr">
                <a:shade val="90000"/>
                <a:lumMod val="90000"/>
              </a:schemeClr>
            </a:gs>
          </a:gsLst>
          <a:lin ang="5400000" scaled="0"/>
        </a:gradFill>
      </a:fillStyleLst>
      <a:lnStyleLst>
        <a:ln w="9525" cap="rnd" cmpd="sng" algn="ctr">
          <a:solidFill>
            <a:schemeClr val="phClr">
              <a:shade val="90000"/>
            </a:schemeClr>
          </a:solidFill>
          <a:prstDash val="solid"/>
        </a:ln>
        <a:ln w="15875" cap="rnd" cmpd="sng" algn="ctr">
          <a:solidFill>
            <a:schemeClr val="phClr"/>
          </a:solidFill>
          <a:prstDash val="solid"/>
        </a:ln>
        <a:ln w="25400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63500" dist="25400" dir="5400000" rotWithShape="0">
              <a:srgbClr val="000000">
                <a:alpha val="60000"/>
              </a:srgbClr>
            </a:outerShdw>
          </a:effectLst>
        </a:effectStyle>
        <a:effectStyle>
          <a:effectLst>
            <a:outerShdw blurRad="76200" dist="38100" dir="5400000" rotWithShape="0">
              <a:srgbClr val="000000">
                <a:alpha val="7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 prst="hardEdge"/>
          </a:sp3d>
        </a:effectStyle>
      </a:effectStyleLst>
      <a:bgFillStyleLst>
        <a:solidFill>
          <a:schemeClr val="phClr"/>
        </a:solidFill>
        <a:solidFill>
          <a:schemeClr val="phClr"/>
        </a:solidFill>
        <a:blipFill rotWithShape="1">
          <a:blip xmlns:r="http://schemas.openxmlformats.org/officeDocument/2006/relationships" r:embed="rId1">
            <a:duotone>
              <a:schemeClr val="phClr">
                <a:shade val="80000"/>
                <a:lumMod val="80000"/>
              </a:schemeClr>
              <a:schemeClr val="phClr">
                <a:tint val="98000"/>
              </a:schemeClr>
            </a:duotone>
          </a:blip>
          <a:stretch/>
        </a:blip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SlateVTI" id="{35C4A07C-0176-4A32-9BCB-B016516853F0}" vid="{9B70D35C-BCA8-4715-BB49-8BE54A7FC07C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Override1.xml><?xml version="1.0" encoding="utf-8"?>
<a:themeOverride xmlns:a="http://schemas.openxmlformats.org/drawingml/2006/main">
  <a:clrScheme name="Green">
    <a:dk1>
      <a:sysClr val="windowText" lastClr="000000"/>
    </a:dk1>
    <a:lt1>
      <a:sysClr val="window" lastClr="FFFFFF"/>
    </a:lt1>
    <a:dk2>
      <a:srgbClr val="455F51"/>
    </a:dk2>
    <a:lt2>
      <a:srgbClr val="E3DED1"/>
    </a:lt2>
    <a:accent1>
      <a:srgbClr val="549E39"/>
    </a:accent1>
    <a:accent2>
      <a:srgbClr val="8AB833"/>
    </a:accent2>
    <a:accent3>
      <a:srgbClr val="C0CF3A"/>
    </a:accent3>
    <a:accent4>
      <a:srgbClr val="029676"/>
    </a:accent4>
    <a:accent5>
      <a:srgbClr val="4AB5C4"/>
    </a:accent5>
    <a:accent6>
      <a:srgbClr val="0989B1"/>
    </a:accent6>
    <a:hlink>
      <a:srgbClr val="6B9F25"/>
    </a:hlink>
    <a:folHlink>
      <a:srgbClr val="BA6906"/>
    </a:folHlink>
  </a:clrScheme>
</a:themeOverride>
</file>

<file path=ppt/theme/themeOverride2.xml><?xml version="1.0" encoding="utf-8"?>
<a:themeOverride xmlns:a="http://schemas.openxmlformats.org/drawingml/2006/main">
  <a:clrScheme name="Green">
    <a:dk1>
      <a:sysClr val="windowText" lastClr="000000"/>
    </a:dk1>
    <a:lt1>
      <a:sysClr val="window" lastClr="FFFFFF"/>
    </a:lt1>
    <a:dk2>
      <a:srgbClr val="455F51"/>
    </a:dk2>
    <a:lt2>
      <a:srgbClr val="E3DED1"/>
    </a:lt2>
    <a:accent1>
      <a:srgbClr val="549E39"/>
    </a:accent1>
    <a:accent2>
      <a:srgbClr val="8AB833"/>
    </a:accent2>
    <a:accent3>
      <a:srgbClr val="C0CF3A"/>
    </a:accent3>
    <a:accent4>
      <a:srgbClr val="029676"/>
    </a:accent4>
    <a:accent5>
      <a:srgbClr val="4AB5C4"/>
    </a:accent5>
    <a:accent6>
      <a:srgbClr val="0989B1"/>
    </a:accent6>
    <a:hlink>
      <a:srgbClr val="6B9F25"/>
    </a:hlink>
    <a:folHlink>
      <a:srgbClr val="BA6906"/>
    </a:folHlink>
  </a:clrScheme>
</a:themeOverrid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79F111ED35F8CC479449609E8A0923A6" ma:contentTypeVersion="12" ma:contentTypeDescription="Create a new document." ma:contentTypeScope="" ma:versionID="a410dd7f93c95333ffa1b60ed6adedd1">
  <xsd:schema xmlns:xsd="http://www.w3.org/2001/XMLSchema" xmlns:xs="http://www.w3.org/2001/XMLSchema" xmlns:p="http://schemas.microsoft.com/office/2006/metadata/properties" xmlns:ns2="71af3243-3dd4-4a8d-8c0d-dd76da1f02a5" xmlns:ns3="16c05727-aa75-4e4a-9b5f-8a80a1165891" targetNamespace="http://schemas.microsoft.com/office/2006/metadata/properties" ma:root="true" ma:fieldsID="a936d9baba76aa3866493feff160faab" ns2:_="" ns3:_="">
    <xsd:import namespace="71af3243-3dd4-4a8d-8c0d-dd76da1f02a5"/>
    <xsd:import namespace="16c05727-aa75-4e4a-9b5f-8a80a1165891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OCR" minOccurs="0"/>
                <xsd:element ref="ns2:MediaServiceAutoTags" minOccurs="0"/>
                <xsd:element ref="ns2:MediaServiceEventHashCode" minOccurs="0"/>
                <xsd:element ref="ns2:MediaServiceGenerationTime" minOccurs="0"/>
                <xsd:element ref="ns3:SharedWithUsers" minOccurs="0"/>
                <xsd:element ref="ns3:SharedWithDetails" minOccurs="0"/>
                <xsd:element ref="ns2:MediaServiceAutoKeyPoints" minOccurs="0"/>
                <xsd:element ref="ns2:MediaServiceKeyPoints" minOccurs="0"/>
                <xsd:element ref="ns2:MediaServiceDateTaken" minOccurs="0"/>
                <xsd:element ref="ns2:Statu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71af3243-3dd4-4a8d-8c0d-dd76da1f02a5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OCR" ma:index="10" nillable="true" ma:displayName="MediaServiceOCR" ma:internalName="MediaServiceOCR" ma:readOnly="true">
      <xsd:simpleType>
        <xsd:restriction base="dms:Note">
          <xsd:maxLength value="255"/>
        </xsd:restriction>
      </xsd:simpleType>
    </xsd:element>
    <xsd:element name="MediaServiceAutoTags" ma:index="11" nillable="true" ma:displayName="MediaServiceAutoTags" ma:internalName="MediaServiceAutoTags" ma:readOnly="true">
      <xsd:simpleType>
        <xsd:restriction base="dms:Text"/>
      </xsd:simpleType>
    </xsd:element>
    <xsd:element name="MediaServiceEventHashCode" ma:index="12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GenerationTime" ma:index="13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AutoKeyPoints" ma:index="16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7" nillable="true" ma:displayName="KeyPoints" ma:internalName="MediaServiceKeyPoints" ma:readOnly="false">
      <xsd:simpleType>
        <xsd:restriction base="dms:Note">
          <xsd:maxLength value="255"/>
        </xsd:restriction>
      </xsd:simpleType>
    </xsd:element>
    <xsd:element name="MediaServiceDateTaken" ma:index="18" nillable="true" ma:displayName="MediaServiceDateTaken" ma:hidden="true" ma:internalName="MediaServiceDateTaken" ma:readOnly="true">
      <xsd:simpleType>
        <xsd:restriction base="dms:Text"/>
      </xsd:simpleType>
    </xsd:element>
    <xsd:element name="Status" ma:index="19" nillable="true" ma:displayName="Status" ma:default="Not started" ma:format="Dropdown" ma:internalName="Status">
      <xsd:simpleType>
        <xsd:restriction base="dms:Choice">
          <xsd:enumeration value="Not started"/>
          <xsd:enumeration value="In Progress"/>
          <xsd:enumeration value="Completed"/>
        </xsd:restriction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16c05727-aa75-4e4a-9b5f-8a80a1165891" elementFormDefault="qualified">
    <xsd:import namespace="http://schemas.microsoft.com/office/2006/documentManagement/types"/>
    <xsd:import namespace="http://schemas.microsoft.com/office/infopath/2007/PartnerControls"/>
    <xsd:element name="SharedWithUsers" ma:index="14" nillable="true" ma:displayName="Shared With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5" nillable="true" ma:displayName="Shared With Details" ma:internalName="SharedWithDetails" ma:readOnly="true">
      <xsd:simpleType>
        <xsd:restriction base="dms:Note">
          <xsd:maxLength value="255"/>
        </xsd:restriction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Status xmlns="71af3243-3dd4-4a8d-8c0d-dd76da1f02a5">Not started</Status>
    <MediaServiceKeyPoints xmlns="71af3243-3dd4-4a8d-8c0d-dd76da1f02a5" xsi:nil="true"/>
  </documentManagement>
</p:properties>
</file>

<file path=customXml/itemProps1.xml><?xml version="1.0" encoding="utf-8"?>
<ds:datastoreItem xmlns:ds="http://schemas.openxmlformats.org/officeDocument/2006/customXml" ds:itemID="{0585E981-8C91-4205-A0C3-C991F42B4C9E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71af3243-3dd4-4a8d-8c0d-dd76da1f02a5"/>
    <ds:schemaRef ds:uri="16c05727-aa75-4e4a-9b5f-8a80a1165891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2.xml><?xml version="1.0" encoding="utf-8"?>
<ds:datastoreItem xmlns:ds="http://schemas.openxmlformats.org/officeDocument/2006/customXml" ds:itemID="{64B270AB-C138-415C-897E-3C24487DECF1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2C4C00F4-06E9-43E3-AD97-88A857CEFA82}">
  <ds:schemaRefs>
    <ds:schemaRef ds:uri="http://schemas.microsoft.com/office/2006/metadata/properties"/>
    <ds:schemaRef ds:uri="http://schemas.microsoft.com/office/infopath/2007/PartnerControls"/>
    <ds:schemaRef ds:uri="71af3243-3dd4-4a8d-8c0d-dd76da1f02a5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Quadratic collection</Template>
  <TotalTime>1079</TotalTime>
  <Words>304</Words>
  <Application>Microsoft Office PowerPoint</Application>
  <PresentationFormat>Widescreen</PresentationFormat>
  <Paragraphs>32</Paragraphs>
  <Slides>9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3" baseType="lpstr">
      <vt:lpstr>Calibri</vt:lpstr>
      <vt:lpstr>Goudy Old Style</vt:lpstr>
      <vt:lpstr>Wingdings 2</vt:lpstr>
      <vt:lpstr>SlateVTI</vt:lpstr>
      <vt:lpstr>COBOL:  An Overview</vt:lpstr>
      <vt:lpstr>Contents</vt:lpstr>
      <vt:lpstr>Historical Background</vt:lpstr>
      <vt:lpstr>Historical Background</vt:lpstr>
      <vt:lpstr>Historical Background</vt:lpstr>
      <vt:lpstr>Historical Background</vt:lpstr>
      <vt:lpstr>COBOL Program Structure</vt:lpstr>
      <vt:lpstr>Program Structure</vt:lpstr>
      <vt:lpstr>Identification Division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Vince Jevy Tapdasan</dc:creator>
  <cp:lastModifiedBy>Vince Jevy Tapdasan</cp:lastModifiedBy>
  <cp:revision>5</cp:revision>
  <dcterms:created xsi:type="dcterms:W3CDTF">2025-11-30T11:42:54Z</dcterms:created>
  <dcterms:modified xsi:type="dcterms:W3CDTF">2025-12-01T05:58:00Z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0x01010079F111ED35F8CC479449609E8A0923A6</vt:lpwstr>
  </property>
</Properties>
</file>